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3"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303" r:id="rId21"/>
    <p:sldId id="304" r:id="rId22"/>
    <p:sldId id="305" r:id="rId23"/>
    <p:sldId id="306" r:id="rId24"/>
    <p:sldId id="307" r:id="rId25"/>
    <p:sldId id="308" r:id="rId26"/>
    <p:sldId id="309" r:id="rId27"/>
    <p:sldId id="310" r:id="rId28"/>
    <p:sldId id="311" r:id="rId29"/>
    <p:sldId id="312" r:id="rId30"/>
    <p:sldId id="313" r:id="rId31"/>
    <p:sldId id="314" r:id="rId32"/>
    <p:sldId id="315" r:id="rId33"/>
    <p:sldId id="316" r:id="rId34"/>
    <p:sldId id="317" r:id="rId35"/>
    <p:sldId id="318" r:id="rId36"/>
    <p:sldId id="319" r:id="rId37"/>
    <p:sldId id="320" r:id="rId38"/>
    <p:sldId id="321" r:id="rId39"/>
    <p:sldId id="322" r:id="rId40"/>
    <p:sldId id="323" r:id="rId41"/>
    <p:sldId id="324" r:id="rId42"/>
    <p:sldId id="325" r:id="rId43"/>
    <p:sldId id="326" r:id="rId44"/>
    <p:sldId id="327" r:id="rId45"/>
    <p:sldId id="328" r:id="rId46"/>
    <p:sldId id="329" r:id="rId47"/>
    <p:sldId id="330" r:id="rId48"/>
    <p:sldId id="331" r:id="rId49"/>
    <p:sldId id="332" r:id="rId50"/>
    <p:sldId id="333" r:id="rId51"/>
    <p:sldId id="334" r:id="rId52"/>
    <p:sldId id="335" r:id="rId53"/>
    <p:sldId id="336" r:id="rId54"/>
    <p:sldId id="337" r:id="rId55"/>
    <p:sldId id="338" r:id="rId56"/>
    <p:sldId id="339" r:id="rId57"/>
    <p:sldId id="340" r:id="rId58"/>
    <p:sldId id="341" r:id="rId59"/>
    <p:sldId id="342" r:id="rId60"/>
    <p:sldId id="355" r:id="rId61"/>
  </p:sldIdLst>
  <p:sldSz cx="12192000" cy="6858000"/>
  <p:notesSz cx="6858000" cy="9144000"/>
  <p:defaultTextStyle>
    <a:defPPr rtl="0">
      <a:defRPr lang="pt-BR"/>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1746445-21DF-453C-B6B5-E835C92C025F}" v="1" dt="2026-04-07T20:48:28.95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111" d="100"/>
          <a:sy n="111" d="100"/>
        </p:scale>
        <p:origin x="59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microsoft.com/office/2016/11/relationships/changesInfo" Target="changesInfos/changesInfo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uciano Xiscatti" userId="2db44077-0ebe-4704-b9f6-a81ee1412191" providerId="ADAL" clId="{A896B742-876B-4E9B-B7D8-EABF5EDC6DB4}"/>
    <pc:docChg chg="custSel modSld">
      <pc:chgData name="Luciano Xiscatti" userId="2db44077-0ebe-4704-b9f6-a81ee1412191" providerId="ADAL" clId="{A896B742-876B-4E9B-B7D8-EABF5EDC6DB4}" dt="2026-04-07T21:02:33.135" v="165" actId="14100"/>
      <pc:docMkLst>
        <pc:docMk/>
      </pc:docMkLst>
      <pc:sldChg chg="modSp mod">
        <pc:chgData name="Luciano Xiscatti" userId="2db44077-0ebe-4704-b9f6-a81ee1412191" providerId="ADAL" clId="{A896B742-876B-4E9B-B7D8-EABF5EDC6DB4}" dt="2026-04-07T20:49:01.770" v="35" actId="20577"/>
        <pc:sldMkLst>
          <pc:docMk/>
          <pc:sldMk cId="628500870" sldId="256"/>
        </pc:sldMkLst>
        <pc:spChg chg="mod">
          <ac:chgData name="Luciano Xiscatti" userId="2db44077-0ebe-4704-b9f6-a81ee1412191" providerId="ADAL" clId="{A896B742-876B-4E9B-B7D8-EABF5EDC6DB4}" dt="2026-04-07T20:48:28.935" v="0"/>
          <ac:spMkLst>
            <pc:docMk/>
            <pc:sldMk cId="628500870" sldId="256"/>
            <ac:spMk id="2" creationId="{00000000-0000-0000-0000-000000000000}"/>
          </ac:spMkLst>
        </pc:spChg>
        <pc:spChg chg="mod">
          <ac:chgData name="Luciano Xiscatti" userId="2db44077-0ebe-4704-b9f6-a81ee1412191" providerId="ADAL" clId="{A896B742-876B-4E9B-B7D8-EABF5EDC6DB4}" dt="2026-04-07T20:49:01.770" v="35" actId="20577"/>
          <ac:spMkLst>
            <pc:docMk/>
            <pc:sldMk cId="628500870" sldId="256"/>
            <ac:spMk id="3" creationId="{00000000-0000-0000-0000-000000000000}"/>
          </ac:spMkLst>
        </pc:spChg>
      </pc:sldChg>
      <pc:sldChg chg="modSp mod">
        <pc:chgData name="Luciano Xiscatti" userId="2db44077-0ebe-4704-b9f6-a81ee1412191" providerId="ADAL" clId="{A896B742-876B-4E9B-B7D8-EABF5EDC6DB4}" dt="2026-04-07T20:49:13.272" v="36" actId="1076"/>
        <pc:sldMkLst>
          <pc:docMk/>
          <pc:sldMk cId="1349264995" sldId="257"/>
        </pc:sldMkLst>
        <pc:spChg chg="mod">
          <ac:chgData name="Luciano Xiscatti" userId="2db44077-0ebe-4704-b9f6-a81ee1412191" providerId="ADAL" clId="{A896B742-876B-4E9B-B7D8-EABF5EDC6DB4}" dt="2026-04-07T20:49:13.272" v="36" actId="1076"/>
          <ac:spMkLst>
            <pc:docMk/>
            <pc:sldMk cId="1349264995" sldId="257"/>
            <ac:spMk id="2" creationId="{00000000-0000-0000-0000-000000000000}"/>
          </ac:spMkLst>
        </pc:spChg>
        <pc:spChg chg="mod">
          <ac:chgData name="Luciano Xiscatti" userId="2db44077-0ebe-4704-b9f6-a81ee1412191" providerId="ADAL" clId="{A896B742-876B-4E9B-B7D8-EABF5EDC6DB4}" dt="2026-04-07T20:48:29.021" v="1" actId="27636"/>
          <ac:spMkLst>
            <pc:docMk/>
            <pc:sldMk cId="1349264995" sldId="257"/>
            <ac:spMk id="3" creationId="{00000000-0000-0000-0000-000000000000}"/>
          </ac:spMkLst>
        </pc:spChg>
      </pc:sldChg>
      <pc:sldChg chg="modSp mod">
        <pc:chgData name="Luciano Xiscatti" userId="2db44077-0ebe-4704-b9f6-a81ee1412191" providerId="ADAL" clId="{A896B742-876B-4E9B-B7D8-EABF5EDC6DB4}" dt="2026-04-07T20:49:25.416" v="37" actId="1076"/>
        <pc:sldMkLst>
          <pc:docMk/>
          <pc:sldMk cId="1041600345" sldId="258"/>
        </pc:sldMkLst>
        <pc:spChg chg="mod">
          <ac:chgData name="Luciano Xiscatti" userId="2db44077-0ebe-4704-b9f6-a81ee1412191" providerId="ADAL" clId="{A896B742-876B-4E9B-B7D8-EABF5EDC6DB4}" dt="2026-04-07T20:49:25.416" v="37" actId="1076"/>
          <ac:spMkLst>
            <pc:docMk/>
            <pc:sldMk cId="1041600345" sldId="258"/>
            <ac:spMk id="2" creationId="{00000000-0000-0000-0000-000000000000}"/>
          </ac:spMkLst>
        </pc:spChg>
      </pc:sldChg>
      <pc:sldChg chg="modSp mod">
        <pc:chgData name="Luciano Xiscatti" userId="2db44077-0ebe-4704-b9f6-a81ee1412191" providerId="ADAL" clId="{A896B742-876B-4E9B-B7D8-EABF5EDC6DB4}" dt="2026-04-07T20:48:29.039" v="3" actId="27636"/>
        <pc:sldMkLst>
          <pc:docMk/>
          <pc:sldMk cId="2908594749" sldId="259"/>
        </pc:sldMkLst>
        <pc:spChg chg="mod">
          <ac:chgData name="Luciano Xiscatti" userId="2db44077-0ebe-4704-b9f6-a81ee1412191" providerId="ADAL" clId="{A896B742-876B-4E9B-B7D8-EABF5EDC6DB4}" dt="2026-04-07T20:48:28.935" v="0"/>
          <ac:spMkLst>
            <pc:docMk/>
            <pc:sldMk cId="2908594749" sldId="259"/>
            <ac:spMk id="2" creationId="{00000000-0000-0000-0000-000000000000}"/>
          </ac:spMkLst>
        </pc:spChg>
        <pc:spChg chg="mod">
          <ac:chgData name="Luciano Xiscatti" userId="2db44077-0ebe-4704-b9f6-a81ee1412191" providerId="ADAL" clId="{A896B742-876B-4E9B-B7D8-EABF5EDC6DB4}" dt="2026-04-07T20:48:29.039" v="3" actId="27636"/>
          <ac:spMkLst>
            <pc:docMk/>
            <pc:sldMk cId="2908594749" sldId="259"/>
            <ac:spMk id="3" creationId="{00000000-0000-0000-0000-000000000000}"/>
          </ac:spMkLst>
        </pc:spChg>
      </pc:sldChg>
      <pc:sldChg chg="modSp mod">
        <pc:chgData name="Luciano Xiscatti" userId="2db44077-0ebe-4704-b9f6-a81ee1412191" providerId="ADAL" clId="{A896B742-876B-4E9B-B7D8-EABF5EDC6DB4}" dt="2026-04-07T20:48:29.052" v="4" actId="27636"/>
        <pc:sldMkLst>
          <pc:docMk/>
          <pc:sldMk cId="442338541" sldId="260"/>
        </pc:sldMkLst>
        <pc:spChg chg="mod">
          <ac:chgData name="Luciano Xiscatti" userId="2db44077-0ebe-4704-b9f6-a81ee1412191" providerId="ADAL" clId="{A896B742-876B-4E9B-B7D8-EABF5EDC6DB4}" dt="2026-04-07T20:48:28.935" v="0"/>
          <ac:spMkLst>
            <pc:docMk/>
            <pc:sldMk cId="442338541" sldId="260"/>
            <ac:spMk id="2" creationId="{00000000-0000-0000-0000-000000000000}"/>
          </ac:spMkLst>
        </pc:spChg>
        <pc:spChg chg="mod">
          <ac:chgData name="Luciano Xiscatti" userId="2db44077-0ebe-4704-b9f6-a81ee1412191" providerId="ADAL" clId="{A896B742-876B-4E9B-B7D8-EABF5EDC6DB4}" dt="2026-04-07T20:48:29.052" v="4" actId="27636"/>
          <ac:spMkLst>
            <pc:docMk/>
            <pc:sldMk cId="442338541" sldId="260"/>
            <ac:spMk id="3" creationId="{00000000-0000-0000-0000-000000000000}"/>
          </ac:spMkLst>
        </pc:spChg>
      </pc:sldChg>
      <pc:sldChg chg="modSp mod">
        <pc:chgData name="Luciano Xiscatti" userId="2db44077-0ebe-4704-b9f6-a81ee1412191" providerId="ADAL" clId="{A896B742-876B-4E9B-B7D8-EABF5EDC6DB4}" dt="2026-04-07T20:48:29.065" v="5" actId="27636"/>
        <pc:sldMkLst>
          <pc:docMk/>
          <pc:sldMk cId="2518661286" sldId="261"/>
        </pc:sldMkLst>
        <pc:spChg chg="mod">
          <ac:chgData name="Luciano Xiscatti" userId="2db44077-0ebe-4704-b9f6-a81ee1412191" providerId="ADAL" clId="{A896B742-876B-4E9B-B7D8-EABF5EDC6DB4}" dt="2026-04-07T20:48:28.935" v="0"/>
          <ac:spMkLst>
            <pc:docMk/>
            <pc:sldMk cId="2518661286" sldId="261"/>
            <ac:spMk id="2" creationId="{00000000-0000-0000-0000-000000000000}"/>
          </ac:spMkLst>
        </pc:spChg>
        <pc:spChg chg="mod">
          <ac:chgData name="Luciano Xiscatti" userId="2db44077-0ebe-4704-b9f6-a81ee1412191" providerId="ADAL" clId="{A896B742-876B-4E9B-B7D8-EABF5EDC6DB4}" dt="2026-04-07T20:48:29.065" v="5" actId="27636"/>
          <ac:spMkLst>
            <pc:docMk/>
            <pc:sldMk cId="2518661286" sldId="261"/>
            <ac:spMk id="3" creationId="{00000000-0000-0000-0000-000000000000}"/>
          </ac:spMkLst>
        </pc:spChg>
      </pc:sldChg>
      <pc:sldChg chg="modSp">
        <pc:chgData name="Luciano Xiscatti" userId="2db44077-0ebe-4704-b9f6-a81ee1412191" providerId="ADAL" clId="{A896B742-876B-4E9B-B7D8-EABF5EDC6DB4}" dt="2026-04-07T20:48:28.935" v="0"/>
        <pc:sldMkLst>
          <pc:docMk/>
          <pc:sldMk cId="1867896849" sldId="262"/>
        </pc:sldMkLst>
        <pc:spChg chg="mod">
          <ac:chgData name="Luciano Xiscatti" userId="2db44077-0ebe-4704-b9f6-a81ee1412191" providerId="ADAL" clId="{A896B742-876B-4E9B-B7D8-EABF5EDC6DB4}" dt="2026-04-07T20:48:28.935" v="0"/>
          <ac:spMkLst>
            <pc:docMk/>
            <pc:sldMk cId="1867896849" sldId="262"/>
            <ac:spMk id="2" creationId="{00000000-0000-0000-0000-000000000000}"/>
          </ac:spMkLst>
        </pc:spChg>
      </pc:sldChg>
      <pc:sldChg chg="modSp mod">
        <pc:chgData name="Luciano Xiscatti" userId="2db44077-0ebe-4704-b9f6-a81ee1412191" providerId="ADAL" clId="{A896B742-876B-4E9B-B7D8-EABF5EDC6DB4}" dt="2026-04-07T20:50:22.072" v="41" actId="1076"/>
        <pc:sldMkLst>
          <pc:docMk/>
          <pc:sldMk cId="3448960593" sldId="263"/>
        </pc:sldMkLst>
        <pc:spChg chg="mod">
          <ac:chgData name="Luciano Xiscatti" userId="2db44077-0ebe-4704-b9f6-a81ee1412191" providerId="ADAL" clId="{A896B742-876B-4E9B-B7D8-EABF5EDC6DB4}" dt="2026-04-07T20:49:44.800" v="38" actId="1076"/>
          <ac:spMkLst>
            <pc:docMk/>
            <pc:sldMk cId="3448960593" sldId="263"/>
            <ac:spMk id="2" creationId="{00000000-0000-0000-0000-000000000000}"/>
          </ac:spMkLst>
        </pc:spChg>
        <pc:spChg chg="mod">
          <ac:chgData name="Luciano Xiscatti" userId="2db44077-0ebe-4704-b9f6-a81ee1412191" providerId="ADAL" clId="{A896B742-876B-4E9B-B7D8-EABF5EDC6DB4}" dt="2026-04-07T20:50:22.072" v="41" actId="1076"/>
          <ac:spMkLst>
            <pc:docMk/>
            <pc:sldMk cId="3448960593" sldId="263"/>
            <ac:spMk id="7" creationId="{00000000-0000-0000-0000-000000000000}"/>
          </ac:spMkLst>
        </pc:spChg>
        <pc:picChg chg="mod">
          <ac:chgData name="Luciano Xiscatti" userId="2db44077-0ebe-4704-b9f6-a81ee1412191" providerId="ADAL" clId="{A896B742-876B-4E9B-B7D8-EABF5EDC6DB4}" dt="2026-04-07T20:49:52.471" v="40" actId="1076"/>
          <ac:picMkLst>
            <pc:docMk/>
            <pc:sldMk cId="3448960593" sldId="263"/>
            <ac:picMk id="8" creationId="{00000000-0000-0000-0000-000000000000}"/>
          </ac:picMkLst>
        </pc:picChg>
      </pc:sldChg>
      <pc:sldChg chg="modSp">
        <pc:chgData name="Luciano Xiscatti" userId="2db44077-0ebe-4704-b9f6-a81ee1412191" providerId="ADAL" clId="{A896B742-876B-4E9B-B7D8-EABF5EDC6DB4}" dt="2026-04-07T20:48:28.935" v="0"/>
        <pc:sldMkLst>
          <pc:docMk/>
          <pc:sldMk cId="2979733186" sldId="264"/>
        </pc:sldMkLst>
        <pc:spChg chg="mod">
          <ac:chgData name="Luciano Xiscatti" userId="2db44077-0ebe-4704-b9f6-a81ee1412191" providerId="ADAL" clId="{A896B742-876B-4E9B-B7D8-EABF5EDC6DB4}" dt="2026-04-07T20:48:28.935" v="0"/>
          <ac:spMkLst>
            <pc:docMk/>
            <pc:sldMk cId="2979733186" sldId="264"/>
            <ac:spMk id="2" creationId="{00000000-0000-0000-0000-000000000000}"/>
          </ac:spMkLst>
        </pc:spChg>
      </pc:sldChg>
      <pc:sldChg chg="modSp mod">
        <pc:chgData name="Luciano Xiscatti" userId="2db44077-0ebe-4704-b9f6-a81ee1412191" providerId="ADAL" clId="{A896B742-876B-4E9B-B7D8-EABF5EDC6DB4}" dt="2026-04-07T20:50:42.263" v="44" actId="1076"/>
        <pc:sldMkLst>
          <pc:docMk/>
          <pc:sldMk cId="1640790120" sldId="265"/>
        </pc:sldMkLst>
        <pc:picChg chg="mod">
          <ac:chgData name="Luciano Xiscatti" userId="2db44077-0ebe-4704-b9f6-a81ee1412191" providerId="ADAL" clId="{A896B742-876B-4E9B-B7D8-EABF5EDC6DB4}" dt="2026-04-07T20:50:42.263" v="44" actId="1076"/>
          <ac:picMkLst>
            <pc:docMk/>
            <pc:sldMk cId="1640790120" sldId="265"/>
            <ac:picMk id="4" creationId="{00000000-0000-0000-0000-000000000000}"/>
          </ac:picMkLst>
        </pc:picChg>
      </pc:sldChg>
      <pc:sldChg chg="modSp mod">
        <pc:chgData name="Luciano Xiscatti" userId="2db44077-0ebe-4704-b9f6-a81ee1412191" providerId="ADAL" clId="{A896B742-876B-4E9B-B7D8-EABF5EDC6DB4}" dt="2026-04-07T20:50:57.960" v="48" actId="1076"/>
        <pc:sldMkLst>
          <pc:docMk/>
          <pc:sldMk cId="3749941039" sldId="266"/>
        </pc:sldMkLst>
        <pc:picChg chg="mod">
          <ac:chgData name="Luciano Xiscatti" userId="2db44077-0ebe-4704-b9f6-a81ee1412191" providerId="ADAL" clId="{A896B742-876B-4E9B-B7D8-EABF5EDC6DB4}" dt="2026-04-07T20:50:57.960" v="48" actId="1076"/>
          <ac:picMkLst>
            <pc:docMk/>
            <pc:sldMk cId="3749941039" sldId="266"/>
            <ac:picMk id="5" creationId="{00000000-0000-0000-0000-000000000000}"/>
          </ac:picMkLst>
        </pc:picChg>
      </pc:sldChg>
      <pc:sldChg chg="modSp mod">
        <pc:chgData name="Luciano Xiscatti" userId="2db44077-0ebe-4704-b9f6-a81ee1412191" providerId="ADAL" clId="{A896B742-876B-4E9B-B7D8-EABF5EDC6DB4}" dt="2026-04-07T20:51:04.216" v="50" actId="14100"/>
        <pc:sldMkLst>
          <pc:docMk/>
          <pc:sldMk cId="3041153641" sldId="267"/>
        </pc:sldMkLst>
        <pc:picChg chg="mod">
          <ac:chgData name="Luciano Xiscatti" userId="2db44077-0ebe-4704-b9f6-a81ee1412191" providerId="ADAL" clId="{A896B742-876B-4E9B-B7D8-EABF5EDC6DB4}" dt="2026-04-07T20:51:04.216" v="50" actId="14100"/>
          <ac:picMkLst>
            <pc:docMk/>
            <pc:sldMk cId="3041153641" sldId="267"/>
            <ac:picMk id="4" creationId="{00000000-0000-0000-0000-000000000000}"/>
          </ac:picMkLst>
        </pc:picChg>
      </pc:sldChg>
      <pc:sldChg chg="modSp mod">
        <pc:chgData name="Luciano Xiscatti" userId="2db44077-0ebe-4704-b9f6-a81ee1412191" providerId="ADAL" clId="{A896B742-876B-4E9B-B7D8-EABF5EDC6DB4}" dt="2026-04-07T20:48:29.086" v="6" actId="27636"/>
        <pc:sldMkLst>
          <pc:docMk/>
          <pc:sldMk cId="1153315637" sldId="268"/>
        </pc:sldMkLst>
        <pc:spChg chg="mod">
          <ac:chgData name="Luciano Xiscatti" userId="2db44077-0ebe-4704-b9f6-a81ee1412191" providerId="ADAL" clId="{A896B742-876B-4E9B-B7D8-EABF5EDC6DB4}" dt="2026-04-07T20:48:29.086" v="6" actId="27636"/>
          <ac:spMkLst>
            <pc:docMk/>
            <pc:sldMk cId="1153315637" sldId="268"/>
            <ac:spMk id="3" creationId="{00000000-0000-0000-0000-000000000000}"/>
          </ac:spMkLst>
        </pc:spChg>
      </pc:sldChg>
      <pc:sldChg chg="modSp mod">
        <pc:chgData name="Luciano Xiscatti" userId="2db44077-0ebe-4704-b9f6-a81ee1412191" providerId="ADAL" clId="{A896B742-876B-4E9B-B7D8-EABF5EDC6DB4}" dt="2026-04-07T20:51:23.776" v="54" actId="1076"/>
        <pc:sldMkLst>
          <pc:docMk/>
          <pc:sldMk cId="2553068498" sldId="269"/>
        </pc:sldMkLst>
        <pc:spChg chg="mod">
          <ac:chgData name="Luciano Xiscatti" userId="2db44077-0ebe-4704-b9f6-a81ee1412191" providerId="ADAL" clId="{A896B742-876B-4E9B-B7D8-EABF5EDC6DB4}" dt="2026-04-07T20:48:28.935" v="0"/>
          <ac:spMkLst>
            <pc:docMk/>
            <pc:sldMk cId="2553068498" sldId="269"/>
            <ac:spMk id="2" creationId="{00000000-0000-0000-0000-000000000000}"/>
          </ac:spMkLst>
        </pc:spChg>
        <pc:picChg chg="mod">
          <ac:chgData name="Luciano Xiscatti" userId="2db44077-0ebe-4704-b9f6-a81ee1412191" providerId="ADAL" clId="{A896B742-876B-4E9B-B7D8-EABF5EDC6DB4}" dt="2026-04-07T20:51:23.776" v="54" actId="1076"/>
          <ac:picMkLst>
            <pc:docMk/>
            <pc:sldMk cId="2553068498" sldId="269"/>
            <ac:picMk id="4" creationId="{00000000-0000-0000-0000-000000000000}"/>
          </ac:picMkLst>
        </pc:picChg>
      </pc:sldChg>
      <pc:sldChg chg="modSp mod">
        <pc:chgData name="Luciano Xiscatti" userId="2db44077-0ebe-4704-b9f6-a81ee1412191" providerId="ADAL" clId="{A896B742-876B-4E9B-B7D8-EABF5EDC6DB4}" dt="2026-04-07T20:51:33.479" v="56" actId="14100"/>
        <pc:sldMkLst>
          <pc:docMk/>
          <pc:sldMk cId="1150369234" sldId="270"/>
        </pc:sldMkLst>
        <pc:picChg chg="mod">
          <ac:chgData name="Luciano Xiscatti" userId="2db44077-0ebe-4704-b9f6-a81ee1412191" providerId="ADAL" clId="{A896B742-876B-4E9B-B7D8-EABF5EDC6DB4}" dt="2026-04-07T20:51:33.479" v="56" actId="14100"/>
          <ac:picMkLst>
            <pc:docMk/>
            <pc:sldMk cId="1150369234" sldId="270"/>
            <ac:picMk id="5" creationId="{00000000-0000-0000-0000-000000000000}"/>
          </ac:picMkLst>
        </pc:picChg>
      </pc:sldChg>
      <pc:sldChg chg="modSp mod">
        <pc:chgData name="Luciano Xiscatti" userId="2db44077-0ebe-4704-b9f6-a81ee1412191" providerId="ADAL" clId="{A896B742-876B-4E9B-B7D8-EABF5EDC6DB4}" dt="2026-04-07T20:51:43.824" v="59" actId="1076"/>
        <pc:sldMkLst>
          <pc:docMk/>
          <pc:sldMk cId="2495907073" sldId="271"/>
        </pc:sldMkLst>
        <pc:picChg chg="mod">
          <ac:chgData name="Luciano Xiscatti" userId="2db44077-0ebe-4704-b9f6-a81ee1412191" providerId="ADAL" clId="{A896B742-876B-4E9B-B7D8-EABF5EDC6DB4}" dt="2026-04-07T20:51:43.824" v="59" actId="1076"/>
          <ac:picMkLst>
            <pc:docMk/>
            <pc:sldMk cId="2495907073" sldId="271"/>
            <ac:picMk id="4" creationId="{00000000-0000-0000-0000-000000000000}"/>
          </ac:picMkLst>
        </pc:picChg>
      </pc:sldChg>
      <pc:sldChg chg="modSp mod">
        <pc:chgData name="Luciano Xiscatti" userId="2db44077-0ebe-4704-b9f6-a81ee1412191" providerId="ADAL" clId="{A896B742-876B-4E9B-B7D8-EABF5EDC6DB4}" dt="2026-04-07T20:51:55.784" v="60" actId="14100"/>
        <pc:sldMkLst>
          <pc:docMk/>
          <pc:sldMk cId="1459783987" sldId="272"/>
        </pc:sldMkLst>
        <pc:spChg chg="mod">
          <ac:chgData name="Luciano Xiscatti" userId="2db44077-0ebe-4704-b9f6-a81ee1412191" providerId="ADAL" clId="{A896B742-876B-4E9B-B7D8-EABF5EDC6DB4}" dt="2026-04-07T20:51:55.784" v="60" actId="14100"/>
          <ac:spMkLst>
            <pc:docMk/>
            <pc:sldMk cId="1459783987" sldId="272"/>
            <ac:spMk id="2" creationId="{00000000-0000-0000-0000-000000000000}"/>
          </ac:spMkLst>
        </pc:spChg>
        <pc:spChg chg="mod">
          <ac:chgData name="Luciano Xiscatti" userId="2db44077-0ebe-4704-b9f6-a81ee1412191" providerId="ADAL" clId="{A896B742-876B-4E9B-B7D8-EABF5EDC6DB4}" dt="2026-04-07T20:48:29.100" v="7" actId="27636"/>
          <ac:spMkLst>
            <pc:docMk/>
            <pc:sldMk cId="1459783987" sldId="272"/>
            <ac:spMk id="3" creationId="{00000000-0000-0000-0000-000000000000}"/>
          </ac:spMkLst>
        </pc:spChg>
      </pc:sldChg>
      <pc:sldChg chg="modSp mod">
        <pc:chgData name="Luciano Xiscatti" userId="2db44077-0ebe-4704-b9f6-a81ee1412191" providerId="ADAL" clId="{A896B742-876B-4E9B-B7D8-EABF5EDC6DB4}" dt="2026-04-07T20:52:14.335" v="62" actId="14100"/>
        <pc:sldMkLst>
          <pc:docMk/>
          <pc:sldMk cId="3701511440" sldId="273"/>
        </pc:sldMkLst>
        <pc:spChg chg="mod">
          <ac:chgData name="Luciano Xiscatti" userId="2db44077-0ebe-4704-b9f6-a81ee1412191" providerId="ADAL" clId="{A896B742-876B-4E9B-B7D8-EABF5EDC6DB4}" dt="2026-04-07T20:48:29.107" v="8" actId="27636"/>
          <ac:spMkLst>
            <pc:docMk/>
            <pc:sldMk cId="3701511440" sldId="273"/>
            <ac:spMk id="2" creationId="{00000000-0000-0000-0000-000000000000}"/>
          </ac:spMkLst>
        </pc:spChg>
        <pc:spChg chg="mod">
          <ac:chgData name="Luciano Xiscatti" userId="2db44077-0ebe-4704-b9f6-a81ee1412191" providerId="ADAL" clId="{A896B742-876B-4E9B-B7D8-EABF5EDC6DB4}" dt="2026-04-07T20:52:14.335" v="62" actId="14100"/>
          <ac:spMkLst>
            <pc:docMk/>
            <pc:sldMk cId="3701511440" sldId="273"/>
            <ac:spMk id="3" creationId="{00000000-0000-0000-0000-000000000000}"/>
          </ac:spMkLst>
        </pc:spChg>
        <pc:picChg chg="mod">
          <ac:chgData name="Luciano Xiscatti" userId="2db44077-0ebe-4704-b9f6-a81ee1412191" providerId="ADAL" clId="{A896B742-876B-4E9B-B7D8-EABF5EDC6DB4}" dt="2026-04-07T20:52:09.511" v="61" actId="1076"/>
          <ac:picMkLst>
            <pc:docMk/>
            <pc:sldMk cId="3701511440" sldId="273"/>
            <ac:picMk id="4" creationId="{00000000-0000-0000-0000-000000000000}"/>
          </ac:picMkLst>
        </pc:picChg>
      </pc:sldChg>
      <pc:sldChg chg="modSp mod">
        <pc:chgData name="Luciano Xiscatti" userId="2db44077-0ebe-4704-b9f6-a81ee1412191" providerId="ADAL" clId="{A896B742-876B-4E9B-B7D8-EABF5EDC6DB4}" dt="2026-04-07T20:48:29.112" v="9" actId="27636"/>
        <pc:sldMkLst>
          <pc:docMk/>
          <pc:sldMk cId="3274629491" sldId="274"/>
        </pc:sldMkLst>
        <pc:spChg chg="mod">
          <ac:chgData name="Luciano Xiscatti" userId="2db44077-0ebe-4704-b9f6-a81ee1412191" providerId="ADAL" clId="{A896B742-876B-4E9B-B7D8-EABF5EDC6DB4}" dt="2026-04-07T20:48:28.935" v="0"/>
          <ac:spMkLst>
            <pc:docMk/>
            <pc:sldMk cId="3274629491" sldId="274"/>
            <ac:spMk id="2" creationId="{00000000-0000-0000-0000-000000000000}"/>
          </ac:spMkLst>
        </pc:spChg>
        <pc:spChg chg="mod">
          <ac:chgData name="Luciano Xiscatti" userId="2db44077-0ebe-4704-b9f6-a81ee1412191" providerId="ADAL" clId="{A896B742-876B-4E9B-B7D8-EABF5EDC6DB4}" dt="2026-04-07T20:48:29.112" v="9" actId="27636"/>
          <ac:spMkLst>
            <pc:docMk/>
            <pc:sldMk cId="3274629491" sldId="274"/>
            <ac:spMk id="3" creationId="{00000000-0000-0000-0000-000000000000}"/>
          </ac:spMkLst>
        </pc:spChg>
      </pc:sldChg>
      <pc:sldChg chg="modSp mod">
        <pc:chgData name="Luciano Xiscatti" userId="2db44077-0ebe-4704-b9f6-a81ee1412191" providerId="ADAL" clId="{A896B742-876B-4E9B-B7D8-EABF5EDC6DB4}" dt="2026-04-07T20:54:00.679" v="64" actId="1076"/>
        <pc:sldMkLst>
          <pc:docMk/>
          <pc:sldMk cId="1142542952" sldId="304"/>
        </pc:sldMkLst>
        <pc:spChg chg="mod">
          <ac:chgData name="Luciano Xiscatti" userId="2db44077-0ebe-4704-b9f6-a81ee1412191" providerId="ADAL" clId="{A896B742-876B-4E9B-B7D8-EABF5EDC6DB4}" dt="2026-04-07T20:53:38.119" v="63" actId="1076"/>
          <ac:spMkLst>
            <pc:docMk/>
            <pc:sldMk cId="1142542952" sldId="304"/>
            <ac:spMk id="2" creationId="{00000000-0000-0000-0000-000000000000}"/>
          </ac:spMkLst>
        </pc:spChg>
        <pc:spChg chg="mod">
          <ac:chgData name="Luciano Xiscatti" userId="2db44077-0ebe-4704-b9f6-a81ee1412191" providerId="ADAL" clId="{A896B742-876B-4E9B-B7D8-EABF5EDC6DB4}" dt="2026-04-07T20:54:00.679" v="64" actId="1076"/>
          <ac:spMkLst>
            <pc:docMk/>
            <pc:sldMk cId="1142542952" sldId="304"/>
            <ac:spMk id="6" creationId="{00000000-0000-0000-0000-000000000000}"/>
          </ac:spMkLst>
        </pc:spChg>
      </pc:sldChg>
      <pc:sldChg chg="modSp mod">
        <pc:chgData name="Luciano Xiscatti" userId="2db44077-0ebe-4704-b9f6-a81ee1412191" providerId="ADAL" clId="{A896B742-876B-4E9B-B7D8-EABF5EDC6DB4}" dt="2026-04-07T20:54:14.289" v="66" actId="1076"/>
        <pc:sldMkLst>
          <pc:docMk/>
          <pc:sldMk cId="4024336271" sldId="305"/>
        </pc:sldMkLst>
        <pc:spChg chg="mod">
          <ac:chgData name="Luciano Xiscatti" userId="2db44077-0ebe-4704-b9f6-a81ee1412191" providerId="ADAL" clId="{A896B742-876B-4E9B-B7D8-EABF5EDC6DB4}" dt="2026-04-07T20:54:14.289" v="66" actId="1076"/>
          <ac:spMkLst>
            <pc:docMk/>
            <pc:sldMk cId="4024336271" sldId="305"/>
            <ac:spMk id="2" creationId="{00000000-0000-0000-0000-000000000000}"/>
          </ac:spMkLst>
        </pc:spChg>
        <pc:spChg chg="mod">
          <ac:chgData name="Luciano Xiscatti" userId="2db44077-0ebe-4704-b9f6-a81ee1412191" providerId="ADAL" clId="{A896B742-876B-4E9B-B7D8-EABF5EDC6DB4}" dt="2026-04-07T20:54:10.816" v="65" actId="1076"/>
          <ac:spMkLst>
            <pc:docMk/>
            <pc:sldMk cId="4024336271" sldId="305"/>
            <ac:spMk id="6" creationId="{00000000-0000-0000-0000-000000000000}"/>
          </ac:spMkLst>
        </pc:spChg>
      </pc:sldChg>
      <pc:sldChg chg="modSp mod">
        <pc:chgData name="Luciano Xiscatti" userId="2db44077-0ebe-4704-b9f6-a81ee1412191" providerId="ADAL" clId="{A896B742-876B-4E9B-B7D8-EABF5EDC6DB4}" dt="2026-04-07T20:54:41.183" v="70" actId="1076"/>
        <pc:sldMkLst>
          <pc:docMk/>
          <pc:sldMk cId="1668529637" sldId="306"/>
        </pc:sldMkLst>
        <pc:spChg chg="mod">
          <ac:chgData name="Luciano Xiscatti" userId="2db44077-0ebe-4704-b9f6-a81ee1412191" providerId="ADAL" clId="{A896B742-876B-4E9B-B7D8-EABF5EDC6DB4}" dt="2026-04-07T20:54:41.183" v="70" actId="1076"/>
          <ac:spMkLst>
            <pc:docMk/>
            <pc:sldMk cId="1668529637" sldId="306"/>
            <ac:spMk id="2" creationId="{00000000-0000-0000-0000-000000000000}"/>
          </ac:spMkLst>
        </pc:spChg>
        <pc:spChg chg="mod">
          <ac:chgData name="Luciano Xiscatti" userId="2db44077-0ebe-4704-b9f6-a81ee1412191" providerId="ADAL" clId="{A896B742-876B-4E9B-B7D8-EABF5EDC6DB4}" dt="2026-04-07T20:54:32.935" v="69" actId="1076"/>
          <ac:spMkLst>
            <pc:docMk/>
            <pc:sldMk cId="1668529637" sldId="306"/>
            <ac:spMk id="6" creationId="{00000000-0000-0000-0000-000000000000}"/>
          </ac:spMkLst>
        </pc:spChg>
      </pc:sldChg>
      <pc:sldChg chg="modSp mod">
        <pc:chgData name="Luciano Xiscatti" userId="2db44077-0ebe-4704-b9f6-a81ee1412191" providerId="ADAL" clId="{A896B742-876B-4E9B-B7D8-EABF5EDC6DB4}" dt="2026-04-07T20:54:58.062" v="72" actId="1076"/>
        <pc:sldMkLst>
          <pc:docMk/>
          <pc:sldMk cId="3497134325" sldId="307"/>
        </pc:sldMkLst>
        <pc:spChg chg="mod">
          <ac:chgData name="Luciano Xiscatti" userId="2db44077-0ebe-4704-b9f6-a81ee1412191" providerId="ADAL" clId="{A896B742-876B-4E9B-B7D8-EABF5EDC6DB4}" dt="2026-04-07T20:54:58.062" v="72" actId="1076"/>
          <ac:spMkLst>
            <pc:docMk/>
            <pc:sldMk cId="3497134325" sldId="307"/>
            <ac:spMk id="2" creationId="{00000000-0000-0000-0000-000000000000}"/>
          </ac:spMkLst>
        </pc:spChg>
        <pc:spChg chg="mod">
          <ac:chgData name="Luciano Xiscatti" userId="2db44077-0ebe-4704-b9f6-a81ee1412191" providerId="ADAL" clId="{A896B742-876B-4E9B-B7D8-EABF5EDC6DB4}" dt="2026-04-07T20:54:51.415" v="71" actId="1076"/>
          <ac:spMkLst>
            <pc:docMk/>
            <pc:sldMk cId="3497134325" sldId="307"/>
            <ac:spMk id="6" creationId="{00000000-0000-0000-0000-000000000000}"/>
          </ac:spMkLst>
        </pc:spChg>
      </pc:sldChg>
      <pc:sldChg chg="modSp mod">
        <pc:chgData name="Luciano Xiscatti" userId="2db44077-0ebe-4704-b9f6-a81ee1412191" providerId="ADAL" clId="{A896B742-876B-4E9B-B7D8-EABF5EDC6DB4}" dt="2026-04-07T20:55:22.926" v="75" actId="1076"/>
        <pc:sldMkLst>
          <pc:docMk/>
          <pc:sldMk cId="523697470" sldId="308"/>
        </pc:sldMkLst>
        <pc:spChg chg="mod">
          <ac:chgData name="Luciano Xiscatti" userId="2db44077-0ebe-4704-b9f6-a81ee1412191" providerId="ADAL" clId="{A896B742-876B-4E9B-B7D8-EABF5EDC6DB4}" dt="2026-04-07T20:55:22.926" v="75" actId="1076"/>
          <ac:spMkLst>
            <pc:docMk/>
            <pc:sldMk cId="523697470" sldId="308"/>
            <ac:spMk id="2" creationId="{00000000-0000-0000-0000-000000000000}"/>
          </ac:spMkLst>
        </pc:spChg>
        <pc:spChg chg="mod">
          <ac:chgData name="Luciano Xiscatti" userId="2db44077-0ebe-4704-b9f6-a81ee1412191" providerId="ADAL" clId="{A896B742-876B-4E9B-B7D8-EABF5EDC6DB4}" dt="2026-04-07T20:55:13.959" v="74" actId="1076"/>
          <ac:spMkLst>
            <pc:docMk/>
            <pc:sldMk cId="523697470" sldId="308"/>
            <ac:spMk id="6" creationId="{00000000-0000-0000-0000-000000000000}"/>
          </ac:spMkLst>
        </pc:spChg>
        <pc:picChg chg="mod">
          <ac:chgData name="Luciano Xiscatti" userId="2db44077-0ebe-4704-b9f6-a81ee1412191" providerId="ADAL" clId="{A896B742-876B-4E9B-B7D8-EABF5EDC6DB4}" dt="2026-04-07T20:55:07.511" v="73" actId="1076"/>
          <ac:picMkLst>
            <pc:docMk/>
            <pc:sldMk cId="523697470" sldId="308"/>
            <ac:picMk id="5" creationId="{00000000-0000-0000-0000-000000000000}"/>
          </ac:picMkLst>
        </pc:picChg>
      </pc:sldChg>
      <pc:sldChg chg="modSp mod">
        <pc:chgData name="Luciano Xiscatti" userId="2db44077-0ebe-4704-b9f6-a81ee1412191" providerId="ADAL" clId="{A896B742-876B-4E9B-B7D8-EABF5EDC6DB4}" dt="2026-04-07T20:55:32.176" v="76" actId="1076"/>
        <pc:sldMkLst>
          <pc:docMk/>
          <pc:sldMk cId="3644644442" sldId="309"/>
        </pc:sldMkLst>
        <pc:spChg chg="mod">
          <ac:chgData name="Luciano Xiscatti" userId="2db44077-0ebe-4704-b9f6-a81ee1412191" providerId="ADAL" clId="{A896B742-876B-4E9B-B7D8-EABF5EDC6DB4}" dt="2026-04-07T20:55:32.176" v="76" actId="1076"/>
          <ac:spMkLst>
            <pc:docMk/>
            <pc:sldMk cId="3644644442" sldId="309"/>
            <ac:spMk id="7" creationId="{00000000-0000-0000-0000-000000000000}"/>
          </ac:spMkLst>
        </pc:spChg>
      </pc:sldChg>
      <pc:sldChg chg="modSp mod">
        <pc:chgData name="Luciano Xiscatti" userId="2db44077-0ebe-4704-b9f6-a81ee1412191" providerId="ADAL" clId="{A896B742-876B-4E9B-B7D8-EABF5EDC6DB4}" dt="2026-04-07T20:55:43.263" v="78" actId="1076"/>
        <pc:sldMkLst>
          <pc:docMk/>
          <pc:sldMk cId="2664987482" sldId="310"/>
        </pc:sldMkLst>
        <pc:spChg chg="mod">
          <ac:chgData name="Luciano Xiscatti" userId="2db44077-0ebe-4704-b9f6-a81ee1412191" providerId="ADAL" clId="{A896B742-876B-4E9B-B7D8-EABF5EDC6DB4}" dt="2026-04-07T20:55:38.639" v="77" actId="14100"/>
          <ac:spMkLst>
            <pc:docMk/>
            <pc:sldMk cId="2664987482" sldId="310"/>
            <ac:spMk id="2" creationId="{00000000-0000-0000-0000-000000000000}"/>
          </ac:spMkLst>
        </pc:spChg>
        <pc:spChg chg="mod">
          <ac:chgData name="Luciano Xiscatti" userId="2db44077-0ebe-4704-b9f6-a81ee1412191" providerId="ADAL" clId="{A896B742-876B-4E9B-B7D8-EABF5EDC6DB4}" dt="2026-04-07T20:55:43.263" v="78" actId="1076"/>
          <ac:spMkLst>
            <pc:docMk/>
            <pc:sldMk cId="2664987482" sldId="310"/>
            <ac:spMk id="7" creationId="{00000000-0000-0000-0000-000000000000}"/>
          </ac:spMkLst>
        </pc:spChg>
      </pc:sldChg>
      <pc:sldChg chg="modSp mod">
        <pc:chgData name="Luciano Xiscatti" userId="2db44077-0ebe-4704-b9f6-a81ee1412191" providerId="ADAL" clId="{A896B742-876B-4E9B-B7D8-EABF5EDC6DB4}" dt="2026-04-07T20:55:50.655" v="80" actId="1076"/>
        <pc:sldMkLst>
          <pc:docMk/>
          <pc:sldMk cId="3545279787" sldId="311"/>
        </pc:sldMkLst>
        <pc:spChg chg="mod">
          <ac:chgData name="Luciano Xiscatti" userId="2db44077-0ebe-4704-b9f6-a81ee1412191" providerId="ADAL" clId="{A896B742-876B-4E9B-B7D8-EABF5EDC6DB4}" dt="2026-04-07T20:55:50.655" v="80" actId="1076"/>
          <ac:spMkLst>
            <pc:docMk/>
            <pc:sldMk cId="3545279787" sldId="311"/>
            <ac:spMk id="2" creationId="{00000000-0000-0000-0000-000000000000}"/>
          </ac:spMkLst>
        </pc:spChg>
      </pc:sldChg>
      <pc:sldChg chg="modSp mod">
        <pc:chgData name="Luciano Xiscatti" userId="2db44077-0ebe-4704-b9f6-a81ee1412191" providerId="ADAL" clId="{A896B742-876B-4E9B-B7D8-EABF5EDC6DB4}" dt="2026-04-07T20:55:59.767" v="81" actId="14100"/>
        <pc:sldMkLst>
          <pc:docMk/>
          <pc:sldMk cId="2036000212" sldId="312"/>
        </pc:sldMkLst>
        <pc:spChg chg="mod">
          <ac:chgData name="Luciano Xiscatti" userId="2db44077-0ebe-4704-b9f6-a81ee1412191" providerId="ADAL" clId="{A896B742-876B-4E9B-B7D8-EABF5EDC6DB4}" dt="2026-04-07T20:55:59.767" v="81" actId="14100"/>
          <ac:spMkLst>
            <pc:docMk/>
            <pc:sldMk cId="2036000212" sldId="312"/>
            <ac:spMk id="2" creationId="{00000000-0000-0000-0000-000000000000}"/>
          </ac:spMkLst>
        </pc:spChg>
      </pc:sldChg>
      <pc:sldChg chg="modSp mod">
        <pc:chgData name="Luciano Xiscatti" userId="2db44077-0ebe-4704-b9f6-a81ee1412191" providerId="ADAL" clId="{A896B742-876B-4E9B-B7D8-EABF5EDC6DB4}" dt="2026-04-07T20:56:04.903" v="82" actId="14100"/>
        <pc:sldMkLst>
          <pc:docMk/>
          <pc:sldMk cId="464083000" sldId="313"/>
        </pc:sldMkLst>
        <pc:spChg chg="mod">
          <ac:chgData name="Luciano Xiscatti" userId="2db44077-0ebe-4704-b9f6-a81ee1412191" providerId="ADAL" clId="{A896B742-876B-4E9B-B7D8-EABF5EDC6DB4}" dt="2026-04-07T20:56:04.903" v="82" actId="14100"/>
          <ac:spMkLst>
            <pc:docMk/>
            <pc:sldMk cId="464083000" sldId="313"/>
            <ac:spMk id="2" creationId="{00000000-0000-0000-0000-000000000000}"/>
          </ac:spMkLst>
        </pc:spChg>
      </pc:sldChg>
      <pc:sldChg chg="modSp mod">
        <pc:chgData name="Luciano Xiscatti" userId="2db44077-0ebe-4704-b9f6-a81ee1412191" providerId="ADAL" clId="{A896B742-876B-4E9B-B7D8-EABF5EDC6DB4}" dt="2026-04-07T20:56:19.479" v="85" actId="1076"/>
        <pc:sldMkLst>
          <pc:docMk/>
          <pc:sldMk cId="2095325673" sldId="314"/>
        </pc:sldMkLst>
        <pc:spChg chg="mod">
          <ac:chgData name="Luciano Xiscatti" userId="2db44077-0ebe-4704-b9f6-a81ee1412191" providerId="ADAL" clId="{A896B742-876B-4E9B-B7D8-EABF5EDC6DB4}" dt="2026-04-07T20:56:19.479" v="85" actId="1076"/>
          <ac:spMkLst>
            <pc:docMk/>
            <pc:sldMk cId="2095325673" sldId="314"/>
            <ac:spMk id="2" creationId="{00000000-0000-0000-0000-000000000000}"/>
          </ac:spMkLst>
        </pc:spChg>
        <pc:spChg chg="mod">
          <ac:chgData name="Luciano Xiscatti" userId="2db44077-0ebe-4704-b9f6-a81ee1412191" providerId="ADAL" clId="{A896B742-876B-4E9B-B7D8-EABF5EDC6DB4}" dt="2026-04-07T20:56:14.503" v="83" actId="1076"/>
          <ac:spMkLst>
            <pc:docMk/>
            <pc:sldMk cId="2095325673" sldId="314"/>
            <ac:spMk id="7" creationId="{00000000-0000-0000-0000-000000000000}"/>
          </ac:spMkLst>
        </pc:spChg>
      </pc:sldChg>
      <pc:sldChg chg="modSp mod">
        <pc:chgData name="Luciano Xiscatti" userId="2db44077-0ebe-4704-b9f6-a81ee1412191" providerId="ADAL" clId="{A896B742-876B-4E9B-B7D8-EABF5EDC6DB4}" dt="2026-04-07T20:56:31.072" v="88" actId="1076"/>
        <pc:sldMkLst>
          <pc:docMk/>
          <pc:sldMk cId="491533246" sldId="315"/>
        </pc:sldMkLst>
        <pc:spChg chg="mod">
          <ac:chgData name="Luciano Xiscatti" userId="2db44077-0ebe-4704-b9f6-a81ee1412191" providerId="ADAL" clId="{A896B742-876B-4E9B-B7D8-EABF5EDC6DB4}" dt="2026-04-07T20:56:28.128" v="87" actId="1076"/>
          <ac:spMkLst>
            <pc:docMk/>
            <pc:sldMk cId="491533246" sldId="315"/>
            <ac:spMk id="2" creationId="{00000000-0000-0000-0000-000000000000}"/>
          </ac:spMkLst>
        </pc:spChg>
        <pc:picChg chg="mod">
          <ac:chgData name="Luciano Xiscatti" userId="2db44077-0ebe-4704-b9f6-a81ee1412191" providerId="ADAL" clId="{A896B742-876B-4E9B-B7D8-EABF5EDC6DB4}" dt="2026-04-07T20:56:31.072" v="88" actId="1076"/>
          <ac:picMkLst>
            <pc:docMk/>
            <pc:sldMk cId="491533246" sldId="315"/>
            <ac:picMk id="5" creationId="{00000000-0000-0000-0000-000000000000}"/>
          </ac:picMkLst>
        </pc:picChg>
      </pc:sldChg>
      <pc:sldChg chg="modSp mod">
        <pc:chgData name="Luciano Xiscatti" userId="2db44077-0ebe-4704-b9f6-a81ee1412191" providerId="ADAL" clId="{A896B742-876B-4E9B-B7D8-EABF5EDC6DB4}" dt="2026-04-07T20:56:56.175" v="92" actId="14100"/>
        <pc:sldMkLst>
          <pc:docMk/>
          <pc:sldMk cId="2999981558" sldId="316"/>
        </pc:sldMkLst>
        <pc:spChg chg="mod">
          <ac:chgData name="Luciano Xiscatti" userId="2db44077-0ebe-4704-b9f6-a81ee1412191" providerId="ADAL" clId="{A896B742-876B-4E9B-B7D8-EABF5EDC6DB4}" dt="2026-04-07T20:56:56.175" v="92" actId="14100"/>
          <ac:spMkLst>
            <pc:docMk/>
            <pc:sldMk cId="2999981558" sldId="316"/>
            <ac:spMk id="2" creationId="{00000000-0000-0000-0000-000000000000}"/>
          </ac:spMkLst>
        </pc:spChg>
        <pc:picChg chg="mod">
          <ac:chgData name="Luciano Xiscatti" userId="2db44077-0ebe-4704-b9f6-a81ee1412191" providerId="ADAL" clId="{A896B742-876B-4E9B-B7D8-EABF5EDC6DB4}" dt="2026-04-07T20:56:44.103" v="90" actId="14100"/>
          <ac:picMkLst>
            <pc:docMk/>
            <pc:sldMk cId="2999981558" sldId="316"/>
            <ac:picMk id="6" creationId="{00000000-0000-0000-0000-000000000000}"/>
          </ac:picMkLst>
        </pc:picChg>
      </pc:sldChg>
      <pc:sldChg chg="modSp mod">
        <pc:chgData name="Luciano Xiscatti" userId="2db44077-0ebe-4704-b9f6-a81ee1412191" providerId="ADAL" clId="{A896B742-876B-4E9B-B7D8-EABF5EDC6DB4}" dt="2026-04-07T20:57:11.801" v="96" actId="14100"/>
        <pc:sldMkLst>
          <pc:docMk/>
          <pc:sldMk cId="609776176" sldId="317"/>
        </pc:sldMkLst>
        <pc:spChg chg="mod">
          <ac:chgData name="Luciano Xiscatti" userId="2db44077-0ebe-4704-b9f6-a81ee1412191" providerId="ADAL" clId="{A896B742-876B-4E9B-B7D8-EABF5EDC6DB4}" dt="2026-04-07T20:57:11.801" v="96" actId="14100"/>
          <ac:spMkLst>
            <pc:docMk/>
            <pc:sldMk cId="609776176" sldId="317"/>
            <ac:spMk id="2" creationId="{00000000-0000-0000-0000-000000000000}"/>
          </ac:spMkLst>
        </pc:spChg>
        <pc:picChg chg="mod">
          <ac:chgData name="Luciano Xiscatti" userId="2db44077-0ebe-4704-b9f6-a81ee1412191" providerId="ADAL" clId="{A896B742-876B-4E9B-B7D8-EABF5EDC6DB4}" dt="2026-04-07T20:57:06.183" v="94" actId="14100"/>
          <ac:picMkLst>
            <pc:docMk/>
            <pc:sldMk cId="609776176" sldId="317"/>
            <ac:picMk id="5" creationId="{00000000-0000-0000-0000-000000000000}"/>
          </ac:picMkLst>
        </pc:picChg>
      </pc:sldChg>
      <pc:sldChg chg="modSp mod">
        <pc:chgData name="Luciano Xiscatti" userId="2db44077-0ebe-4704-b9f6-a81ee1412191" providerId="ADAL" clId="{A896B742-876B-4E9B-B7D8-EABF5EDC6DB4}" dt="2026-04-07T20:57:25.207" v="100" actId="14100"/>
        <pc:sldMkLst>
          <pc:docMk/>
          <pc:sldMk cId="1828146800" sldId="318"/>
        </pc:sldMkLst>
        <pc:spChg chg="mod">
          <ac:chgData name="Luciano Xiscatti" userId="2db44077-0ebe-4704-b9f6-a81ee1412191" providerId="ADAL" clId="{A896B742-876B-4E9B-B7D8-EABF5EDC6DB4}" dt="2026-04-07T20:57:25.207" v="100" actId="14100"/>
          <ac:spMkLst>
            <pc:docMk/>
            <pc:sldMk cId="1828146800" sldId="318"/>
            <ac:spMk id="2" creationId="{00000000-0000-0000-0000-000000000000}"/>
          </ac:spMkLst>
        </pc:spChg>
        <pc:picChg chg="mod">
          <ac:chgData name="Luciano Xiscatti" userId="2db44077-0ebe-4704-b9f6-a81ee1412191" providerId="ADAL" clId="{A896B742-876B-4E9B-B7D8-EABF5EDC6DB4}" dt="2026-04-07T20:57:19.719" v="98" actId="14100"/>
          <ac:picMkLst>
            <pc:docMk/>
            <pc:sldMk cId="1828146800" sldId="318"/>
            <ac:picMk id="6" creationId="{00000000-0000-0000-0000-000000000000}"/>
          </ac:picMkLst>
        </pc:picChg>
      </pc:sldChg>
      <pc:sldChg chg="modSp mod">
        <pc:chgData name="Luciano Xiscatti" userId="2db44077-0ebe-4704-b9f6-a81ee1412191" providerId="ADAL" clId="{A896B742-876B-4E9B-B7D8-EABF5EDC6DB4}" dt="2026-04-07T20:57:42.279" v="104" actId="14100"/>
        <pc:sldMkLst>
          <pc:docMk/>
          <pc:sldMk cId="2254672104" sldId="319"/>
        </pc:sldMkLst>
        <pc:spChg chg="mod">
          <ac:chgData name="Luciano Xiscatti" userId="2db44077-0ebe-4704-b9f6-a81ee1412191" providerId="ADAL" clId="{A896B742-876B-4E9B-B7D8-EABF5EDC6DB4}" dt="2026-04-07T20:57:42.279" v="104" actId="14100"/>
          <ac:spMkLst>
            <pc:docMk/>
            <pc:sldMk cId="2254672104" sldId="319"/>
            <ac:spMk id="2" creationId="{00000000-0000-0000-0000-000000000000}"/>
          </ac:spMkLst>
        </pc:spChg>
        <pc:picChg chg="mod">
          <ac:chgData name="Luciano Xiscatti" userId="2db44077-0ebe-4704-b9f6-a81ee1412191" providerId="ADAL" clId="{A896B742-876B-4E9B-B7D8-EABF5EDC6DB4}" dt="2026-04-07T20:57:35.295" v="102" actId="14100"/>
          <ac:picMkLst>
            <pc:docMk/>
            <pc:sldMk cId="2254672104" sldId="319"/>
            <ac:picMk id="5" creationId="{00000000-0000-0000-0000-000000000000}"/>
          </ac:picMkLst>
        </pc:picChg>
      </pc:sldChg>
      <pc:sldChg chg="modSp mod">
        <pc:chgData name="Luciano Xiscatti" userId="2db44077-0ebe-4704-b9f6-a81ee1412191" providerId="ADAL" clId="{A896B742-876B-4E9B-B7D8-EABF5EDC6DB4}" dt="2026-04-07T20:57:54.087" v="107" actId="14100"/>
        <pc:sldMkLst>
          <pc:docMk/>
          <pc:sldMk cId="1753512812" sldId="320"/>
        </pc:sldMkLst>
        <pc:spChg chg="mod">
          <ac:chgData name="Luciano Xiscatti" userId="2db44077-0ebe-4704-b9f6-a81ee1412191" providerId="ADAL" clId="{A896B742-876B-4E9B-B7D8-EABF5EDC6DB4}" dt="2026-04-07T20:57:54.087" v="107" actId="14100"/>
          <ac:spMkLst>
            <pc:docMk/>
            <pc:sldMk cId="1753512812" sldId="320"/>
            <ac:spMk id="2" creationId="{00000000-0000-0000-0000-000000000000}"/>
          </ac:spMkLst>
        </pc:spChg>
        <pc:spChg chg="mod">
          <ac:chgData name="Luciano Xiscatti" userId="2db44077-0ebe-4704-b9f6-a81ee1412191" providerId="ADAL" clId="{A896B742-876B-4E9B-B7D8-EABF5EDC6DB4}" dt="2026-04-07T20:57:49.439" v="105" actId="1076"/>
          <ac:spMkLst>
            <pc:docMk/>
            <pc:sldMk cId="1753512812" sldId="320"/>
            <ac:spMk id="3" creationId="{00000000-0000-0000-0000-000000000000}"/>
          </ac:spMkLst>
        </pc:spChg>
      </pc:sldChg>
      <pc:sldChg chg="modSp mod">
        <pc:chgData name="Luciano Xiscatti" userId="2db44077-0ebe-4704-b9f6-a81ee1412191" providerId="ADAL" clId="{A896B742-876B-4E9B-B7D8-EABF5EDC6DB4}" dt="2026-04-07T20:58:02.679" v="109" actId="1076"/>
        <pc:sldMkLst>
          <pc:docMk/>
          <pc:sldMk cId="3637627551" sldId="321"/>
        </pc:sldMkLst>
        <pc:spChg chg="mod">
          <ac:chgData name="Luciano Xiscatti" userId="2db44077-0ebe-4704-b9f6-a81ee1412191" providerId="ADAL" clId="{A896B742-876B-4E9B-B7D8-EABF5EDC6DB4}" dt="2026-04-07T20:58:02.679" v="109" actId="1076"/>
          <ac:spMkLst>
            <pc:docMk/>
            <pc:sldMk cId="3637627551" sldId="321"/>
            <ac:spMk id="2" creationId="{00000000-0000-0000-0000-000000000000}"/>
          </ac:spMkLst>
        </pc:spChg>
      </pc:sldChg>
      <pc:sldChg chg="modSp mod">
        <pc:chgData name="Luciano Xiscatti" userId="2db44077-0ebe-4704-b9f6-a81ee1412191" providerId="ADAL" clId="{A896B742-876B-4E9B-B7D8-EABF5EDC6DB4}" dt="2026-04-07T20:58:19.935" v="113" actId="14100"/>
        <pc:sldMkLst>
          <pc:docMk/>
          <pc:sldMk cId="3865821701" sldId="322"/>
        </pc:sldMkLst>
        <pc:spChg chg="mod">
          <ac:chgData name="Luciano Xiscatti" userId="2db44077-0ebe-4704-b9f6-a81ee1412191" providerId="ADAL" clId="{A896B742-876B-4E9B-B7D8-EABF5EDC6DB4}" dt="2026-04-07T20:58:19.935" v="113" actId="14100"/>
          <ac:spMkLst>
            <pc:docMk/>
            <pc:sldMk cId="3865821701" sldId="322"/>
            <ac:spMk id="2" creationId="{00000000-0000-0000-0000-000000000000}"/>
          </ac:spMkLst>
        </pc:spChg>
        <pc:picChg chg="mod">
          <ac:chgData name="Luciano Xiscatti" userId="2db44077-0ebe-4704-b9f6-a81ee1412191" providerId="ADAL" clId="{A896B742-876B-4E9B-B7D8-EABF5EDC6DB4}" dt="2026-04-07T20:58:13.599" v="111" actId="14100"/>
          <ac:picMkLst>
            <pc:docMk/>
            <pc:sldMk cId="3865821701" sldId="322"/>
            <ac:picMk id="5" creationId="{00000000-0000-0000-0000-000000000000}"/>
          </ac:picMkLst>
        </pc:picChg>
      </pc:sldChg>
      <pc:sldChg chg="modSp mod">
        <pc:chgData name="Luciano Xiscatti" userId="2db44077-0ebe-4704-b9f6-a81ee1412191" providerId="ADAL" clId="{A896B742-876B-4E9B-B7D8-EABF5EDC6DB4}" dt="2026-04-07T20:58:31.040" v="117" actId="1076"/>
        <pc:sldMkLst>
          <pc:docMk/>
          <pc:sldMk cId="3370438685" sldId="323"/>
        </pc:sldMkLst>
        <pc:spChg chg="mod">
          <ac:chgData name="Luciano Xiscatti" userId="2db44077-0ebe-4704-b9f6-a81ee1412191" providerId="ADAL" clId="{A896B742-876B-4E9B-B7D8-EABF5EDC6DB4}" dt="2026-04-07T20:58:31.040" v="117" actId="1076"/>
          <ac:spMkLst>
            <pc:docMk/>
            <pc:sldMk cId="3370438685" sldId="323"/>
            <ac:spMk id="2" creationId="{00000000-0000-0000-0000-000000000000}"/>
          </ac:spMkLst>
        </pc:spChg>
        <pc:picChg chg="mod">
          <ac:chgData name="Luciano Xiscatti" userId="2db44077-0ebe-4704-b9f6-a81ee1412191" providerId="ADAL" clId="{A896B742-876B-4E9B-B7D8-EABF5EDC6DB4}" dt="2026-04-07T20:58:25.799" v="115" actId="14100"/>
          <ac:picMkLst>
            <pc:docMk/>
            <pc:sldMk cId="3370438685" sldId="323"/>
            <ac:picMk id="6" creationId="{00000000-0000-0000-0000-000000000000}"/>
          </ac:picMkLst>
        </pc:picChg>
      </pc:sldChg>
      <pc:sldChg chg="modSp mod">
        <pc:chgData name="Luciano Xiscatti" userId="2db44077-0ebe-4704-b9f6-a81ee1412191" providerId="ADAL" clId="{A896B742-876B-4E9B-B7D8-EABF5EDC6DB4}" dt="2026-04-07T20:58:36.415" v="118" actId="14100"/>
        <pc:sldMkLst>
          <pc:docMk/>
          <pc:sldMk cId="3217450352" sldId="324"/>
        </pc:sldMkLst>
        <pc:spChg chg="mod">
          <ac:chgData name="Luciano Xiscatti" userId="2db44077-0ebe-4704-b9f6-a81ee1412191" providerId="ADAL" clId="{A896B742-876B-4E9B-B7D8-EABF5EDC6DB4}" dt="2026-04-07T20:58:36.415" v="118" actId="14100"/>
          <ac:spMkLst>
            <pc:docMk/>
            <pc:sldMk cId="3217450352" sldId="324"/>
            <ac:spMk id="2" creationId="{00000000-0000-0000-0000-000000000000}"/>
          </ac:spMkLst>
        </pc:spChg>
      </pc:sldChg>
      <pc:sldChg chg="modSp mod">
        <pc:chgData name="Luciano Xiscatti" userId="2db44077-0ebe-4704-b9f6-a81ee1412191" providerId="ADAL" clId="{A896B742-876B-4E9B-B7D8-EABF5EDC6DB4}" dt="2026-04-07T20:58:47.463" v="120" actId="14100"/>
        <pc:sldMkLst>
          <pc:docMk/>
          <pc:sldMk cId="2909054290" sldId="325"/>
        </pc:sldMkLst>
        <pc:spChg chg="mod">
          <ac:chgData name="Luciano Xiscatti" userId="2db44077-0ebe-4704-b9f6-a81ee1412191" providerId="ADAL" clId="{A896B742-876B-4E9B-B7D8-EABF5EDC6DB4}" dt="2026-04-07T20:58:47.463" v="120" actId="14100"/>
          <ac:spMkLst>
            <pc:docMk/>
            <pc:sldMk cId="2909054290" sldId="325"/>
            <ac:spMk id="2" creationId="{00000000-0000-0000-0000-000000000000}"/>
          </ac:spMkLst>
        </pc:spChg>
      </pc:sldChg>
      <pc:sldChg chg="modSp mod">
        <pc:chgData name="Luciano Xiscatti" userId="2db44077-0ebe-4704-b9f6-a81ee1412191" providerId="ADAL" clId="{A896B742-876B-4E9B-B7D8-EABF5EDC6DB4}" dt="2026-04-07T20:58:58.623" v="122" actId="1076"/>
        <pc:sldMkLst>
          <pc:docMk/>
          <pc:sldMk cId="969554644" sldId="326"/>
        </pc:sldMkLst>
        <pc:spChg chg="mod">
          <ac:chgData name="Luciano Xiscatti" userId="2db44077-0ebe-4704-b9f6-a81ee1412191" providerId="ADAL" clId="{A896B742-876B-4E9B-B7D8-EABF5EDC6DB4}" dt="2026-04-07T20:58:54.880" v="121" actId="14100"/>
          <ac:spMkLst>
            <pc:docMk/>
            <pc:sldMk cId="969554644" sldId="326"/>
            <ac:spMk id="2" creationId="{00000000-0000-0000-0000-000000000000}"/>
          </ac:spMkLst>
        </pc:spChg>
        <pc:spChg chg="mod">
          <ac:chgData name="Luciano Xiscatti" userId="2db44077-0ebe-4704-b9f6-a81ee1412191" providerId="ADAL" clId="{A896B742-876B-4E9B-B7D8-EABF5EDC6DB4}" dt="2026-04-07T20:58:58.623" v="122" actId="1076"/>
          <ac:spMkLst>
            <pc:docMk/>
            <pc:sldMk cId="969554644" sldId="326"/>
            <ac:spMk id="3" creationId="{00000000-0000-0000-0000-000000000000}"/>
          </ac:spMkLst>
        </pc:spChg>
      </pc:sldChg>
      <pc:sldChg chg="modSp mod">
        <pc:chgData name="Luciano Xiscatti" userId="2db44077-0ebe-4704-b9f6-a81ee1412191" providerId="ADAL" clId="{A896B742-876B-4E9B-B7D8-EABF5EDC6DB4}" dt="2026-04-07T20:59:07.447" v="124" actId="14100"/>
        <pc:sldMkLst>
          <pc:docMk/>
          <pc:sldMk cId="2166424341" sldId="327"/>
        </pc:sldMkLst>
        <pc:spChg chg="mod">
          <ac:chgData name="Luciano Xiscatti" userId="2db44077-0ebe-4704-b9f6-a81ee1412191" providerId="ADAL" clId="{A896B742-876B-4E9B-B7D8-EABF5EDC6DB4}" dt="2026-04-07T20:59:07.447" v="124" actId="14100"/>
          <ac:spMkLst>
            <pc:docMk/>
            <pc:sldMk cId="2166424341" sldId="327"/>
            <ac:spMk id="2" creationId="{00000000-0000-0000-0000-000000000000}"/>
          </ac:spMkLst>
        </pc:spChg>
        <pc:picChg chg="mod">
          <ac:chgData name="Luciano Xiscatti" userId="2db44077-0ebe-4704-b9f6-a81ee1412191" providerId="ADAL" clId="{A896B742-876B-4E9B-B7D8-EABF5EDC6DB4}" dt="2026-04-07T20:59:04.551" v="123" actId="1076"/>
          <ac:picMkLst>
            <pc:docMk/>
            <pc:sldMk cId="2166424341" sldId="327"/>
            <ac:picMk id="5" creationId="{00000000-0000-0000-0000-000000000000}"/>
          </ac:picMkLst>
        </pc:picChg>
      </pc:sldChg>
      <pc:sldChg chg="modSp mod">
        <pc:chgData name="Luciano Xiscatti" userId="2db44077-0ebe-4704-b9f6-a81ee1412191" providerId="ADAL" clId="{A896B742-876B-4E9B-B7D8-EABF5EDC6DB4}" dt="2026-04-07T20:59:14.816" v="126" actId="1076"/>
        <pc:sldMkLst>
          <pc:docMk/>
          <pc:sldMk cId="2402541371" sldId="328"/>
        </pc:sldMkLst>
        <pc:spChg chg="mod">
          <ac:chgData name="Luciano Xiscatti" userId="2db44077-0ebe-4704-b9f6-a81ee1412191" providerId="ADAL" clId="{A896B742-876B-4E9B-B7D8-EABF5EDC6DB4}" dt="2026-04-07T20:59:11.488" v="125" actId="14100"/>
          <ac:spMkLst>
            <pc:docMk/>
            <pc:sldMk cId="2402541371" sldId="328"/>
            <ac:spMk id="2" creationId="{00000000-0000-0000-0000-000000000000}"/>
          </ac:spMkLst>
        </pc:spChg>
        <pc:spChg chg="mod">
          <ac:chgData name="Luciano Xiscatti" userId="2db44077-0ebe-4704-b9f6-a81ee1412191" providerId="ADAL" clId="{A896B742-876B-4E9B-B7D8-EABF5EDC6DB4}" dt="2026-04-07T20:59:14.816" v="126" actId="1076"/>
          <ac:spMkLst>
            <pc:docMk/>
            <pc:sldMk cId="2402541371" sldId="328"/>
            <ac:spMk id="4" creationId="{00000000-0000-0000-0000-000000000000}"/>
          </ac:spMkLst>
        </pc:spChg>
      </pc:sldChg>
      <pc:sldChg chg="modSp mod">
        <pc:chgData name="Luciano Xiscatti" userId="2db44077-0ebe-4704-b9f6-a81ee1412191" providerId="ADAL" clId="{A896B742-876B-4E9B-B7D8-EABF5EDC6DB4}" dt="2026-04-07T20:59:24.519" v="128" actId="14100"/>
        <pc:sldMkLst>
          <pc:docMk/>
          <pc:sldMk cId="4067067944" sldId="329"/>
        </pc:sldMkLst>
        <pc:spChg chg="mod">
          <ac:chgData name="Luciano Xiscatti" userId="2db44077-0ebe-4704-b9f6-a81ee1412191" providerId="ADAL" clId="{A896B742-876B-4E9B-B7D8-EABF5EDC6DB4}" dt="2026-04-07T20:59:24.519" v="128" actId="14100"/>
          <ac:spMkLst>
            <pc:docMk/>
            <pc:sldMk cId="4067067944" sldId="329"/>
            <ac:spMk id="2" creationId="{00000000-0000-0000-0000-000000000000}"/>
          </ac:spMkLst>
        </pc:spChg>
      </pc:sldChg>
      <pc:sldChg chg="modSp mod">
        <pc:chgData name="Luciano Xiscatti" userId="2db44077-0ebe-4704-b9f6-a81ee1412191" providerId="ADAL" clId="{A896B742-876B-4E9B-B7D8-EABF5EDC6DB4}" dt="2026-04-07T20:59:44.039" v="131" actId="1076"/>
        <pc:sldMkLst>
          <pc:docMk/>
          <pc:sldMk cId="2442158149" sldId="330"/>
        </pc:sldMkLst>
        <pc:spChg chg="mod">
          <ac:chgData name="Luciano Xiscatti" userId="2db44077-0ebe-4704-b9f6-a81ee1412191" providerId="ADAL" clId="{A896B742-876B-4E9B-B7D8-EABF5EDC6DB4}" dt="2026-04-07T20:59:44.039" v="131" actId="1076"/>
          <ac:spMkLst>
            <pc:docMk/>
            <pc:sldMk cId="2442158149" sldId="330"/>
            <ac:spMk id="2" creationId="{00000000-0000-0000-0000-000000000000}"/>
          </ac:spMkLst>
        </pc:spChg>
        <pc:picChg chg="mod">
          <ac:chgData name="Luciano Xiscatti" userId="2db44077-0ebe-4704-b9f6-a81ee1412191" providerId="ADAL" clId="{A896B742-876B-4E9B-B7D8-EABF5EDC6DB4}" dt="2026-04-07T20:59:32.335" v="129" actId="1076"/>
          <ac:picMkLst>
            <pc:docMk/>
            <pc:sldMk cId="2442158149" sldId="330"/>
            <ac:picMk id="3" creationId="{00000000-0000-0000-0000-000000000000}"/>
          </ac:picMkLst>
        </pc:picChg>
      </pc:sldChg>
      <pc:sldChg chg="modSp mod">
        <pc:chgData name="Luciano Xiscatti" userId="2db44077-0ebe-4704-b9f6-a81ee1412191" providerId="ADAL" clId="{A896B742-876B-4E9B-B7D8-EABF5EDC6DB4}" dt="2026-04-07T20:59:51.800" v="133" actId="14100"/>
        <pc:sldMkLst>
          <pc:docMk/>
          <pc:sldMk cId="1199028028" sldId="331"/>
        </pc:sldMkLst>
        <pc:spChg chg="mod">
          <ac:chgData name="Luciano Xiscatti" userId="2db44077-0ebe-4704-b9f6-a81ee1412191" providerId="ADAL" clId="{A896B742-876B-4E9B-B7D8-EABF5EDC6DB4}" dt="2026-04-07T20:59:51.800" v="133" actId="14100"/>
          <ac:spMkLst>
            <pc:docMk/>
            <pc:sldMk cId="1199028028" sldId="331"/>
            <ac:spMk id="2" creationId="{00000000-0000-0000-0000-000000000000}"/>
          </ac:spMkLst>
        </pc:spChg>
        <pc:picChg chg="mod">
          <ac:chgData name="Luciano Xiscatti" userId="2db44077-0ebe-4704-b9f6-a81ee1412191" providerId="ADAL" clId="{A896B742-876B-4E9B-B7D8-EABF5EDC6DB4}" dt="2026-04-07T20:59:49.023" v="132" actId="1076"/>
          <ac:picMkLst>
            <pc:docMk/>
            <pc:sldMk cId="1199028028" sldId="331"/>
            <ac:picMk id="4" creationId="{00000000-0000-0000-0000-000000000000}"/>
          </ac:picMkLst>
        </pc:picChg>
      </pc:sldChg>
      <pc:sldChg chg="modSp mod">
        <pc:chgData name="Luciano Xiscatti" userId="2db44077-0ebe-4704-b9f6-a81ee1412191" providerId="ADAL" clId="{A896B742-876B-4E9B-B7D8-EABF5EDC6DB4}" dt="2026-04-07T21:00:06.486" v="136" actId="1076"/>
        <pc:sldMkLst>
          <pc:docMk/>
          <pc:sldMk cId="1524407680" sldId="332"/>
        </pc:sldMkLst>
        <pc:spChg chg="mod">
          <ac:chgData name="Luciano Xiscatti" userId="2db44077-0ebe-4704-b9f6-a81ee1412191" providerId="ADAL" clId="{A896B742-876B-4E9B-B7D8-EABF5EDC6DB4}" dt="2026-04-07T21:00:01.495" v="135" actId="1076"/>
          <ac:spMkLst>
            <pc:docMk/>
            <pc:sldMk cId="1524407680" sldId="332"/>
            <ac:spMk id="2" creationId="{00000000-0000-0000-0000-000000000000}"/>
          </ac:spMkLst>
        </pc:spChg>
        <pc:spChg chg="mod">
          <ac:chgData name="Luciano Xiscatti" userId="2db44077-0ebe-4704-b9f6-a81ee1412191" providerId="ADAL" clId="{A896B742-876B-4E9B-B7D8-EABF5EDC6DB4}" dt="2026-04-07T21:00:06.486" v="136" actId="1076"/>
          <ac:spMkLst>
            <pc:docMk/>
            <pc:sldMk cId="1524407680" sldId="332"/>
            <ac:spMk id="3" creationId="{00000000-0000-0000-0000-000000000000}"/>
          </ac:spMkLst>
        </pc:spChg>
      </pc:sldChg>
      <pc:sldChg chg="modSp mod">
        <pc:chgData name="Luciano Xiscatti" userId="2db44077-0ebe-4704-b9f6-a81ee1412191" providerId="ADAL" clId="{A896B742-876B-4E9B-B7D8-EABF5EDC6DB4}" dt="2026-04-07T21:00:18.726" v="138" actId="14100"/>
        <pc:sldMkLst>
          <pc:docMk/>
          <pc:sldMk cId="200085032" sldId="333"/>
        </pc:sldMkLst>
        <pc:spChg chg="mod">
          <ac:chgData name="Luciano Xiscatti" userId="2db44077-0ebe-4704-b9f6-a81ee1412191" providerId="ADAL" clId="{A896B742-876B-4E9B-B7D8-EABF5EDC6DB4}" dt="2026-04-07T21:00:18.726" v="138" actId="14100"/>
          <ac:spMkLst>
            <pc:docMk/>
            <pc:sldMk cId="200085032" sldId="333"/>
            <ac:spMk id="2" creationId="{00000000-0000-0000-0000-000000000000}"/>
          </ac:spMkLst>
        </pc:spChg>
        <pc:spChg chg="mod">
          <ac:chgData name="Luciano Xiscatti" userId="2db44077-0ebe-4704-b9f6-a81ee1412191" providerId="ADAL" clId="{A896B742-876B-4E9B-B7D8-EABF5EDC6DB4}" dt="2026-04-07T21:00:12.625" v="137" actId="14100"/>
          <ac:spMkLst>
            <pc:docMk/>
            <pc:sldMk cId="200085032" sldId="333"/>
            <ac:spMk id="3" creationId="{00000000-0000-0000-0000-000000000000}"/>
          </ac:spMkLst>
        </pc:spChg>
      </pc:sldChg>
      <pc:sldChg chg="modSp mod">
        <pc:chgData name="Luciano Xiscatti" userId="2db44077-0ebe-4704-b9f6-a81ee1412191" providerId="ADAL" clId="{A896B742-876B-4E9B-B7D8-EABF5EDC6DB4}" dt="2026-04-07T21:00:30.798" v="140" actId="14100"/>
        <pc:sldMkLst>
          <pc:docMk/>
          <pc:sldMk cId="4200642714" sldId="334"/>
        </pc:sldMkLst>
        <pc:spChg chg="mod">
          <ac:chgData name="Luciano Xiscatti" userId="2db44077-0ebe-4704-b9f6-a81ee1412191" providerId="ADAL" clId="{A896B742-876B-4E9B-B7D8-EABF5EDC6DB4}" dt="2026-04-07T21:00:30.798" v="140" actId="14100"/>
          <ac:spMkLst>
            <pc:docMk/>
            <pc:sldMk cId="4200642714" sldId="334"/>
            <ac:spMk id="2" creationId="{00000000-0000-0000-0000-000000000000}"/>
          </ac:spMkLst>
        </pc:spChg>
        <pc:spChg chg="mod">
          <ac:chgData name="Luciano Xiscatti" userId="2db44077-0ebe-4704-b9f6-a81ee1412191" providerId="ADAL" clId="{A896B742-876B-4E9B-B7D8-EABF5EDC6DB4}" dt="2026-04-07T21:00:27.415" v="139" actId="1076"/>
          <ac:spMkLst>
            <pc:docMk/>
            <pc:sldMk cId="4200642714" sldId="334"/>
            <ac:spMk id="3" creationId="{00000000-0000-0000-0000-000000000000}"/>
          </ac:spMkLst>
        </pc:spChg>
      </pc:sldChg>
      <pc:sldChg chg="modSp mod">
        <pc:chgData name="Luciano Xiscatti" userId="2db44077-0ebe-4704-b9f6-a81ee1412191" providerId="ADAL" clId="{A896B742-876B-4E9B-B7D8-EABF5EDC6DB4}" dt="2026-04-07T21:00:39.791" v="141" actId="14100"/>
        <pc:sldMkLst>
          <pc:docMk/>
          <pc:sldMk cId="1340891807" sldId="335"/>
        </pc:sldMkLst>
        <pc:spChg chg="mod">
          <ac:chgData name="Luciano Xiscatti" userId="2db44077-0ebe-4704-b9f6-a81ee1412191" providerId="ADAL" clId="{A896B742-876B-4E9B-B7D8-EABF5EDC6DB4}" dt="2026-04-07T21:00:39.791" v="141" actId="14100"/>
          <ac:spMkLst>
            <pc:docMk/>
            <pc:sldMk cId="1340891807" sldId="335"/>
            <ac:spMk id="2" creationId="{00000000-0000-0000-0000-000000000000}"/>
          </ac:spMkLst>
        </pc:spChg>
      </pc:sldChg>
      <pc:sldChg chg="modSp mod">
        <pc:chgData name="Luciano Xiscatti" userId="2db44077-0ebe-4704-b9f6-a81ee1412191" providerId="ADAL" clId="{A896B742-876B-4E9B-B7D8-EABF5EDC6DB4}" dt="2026-04-07T21:00:53.176" v="145" actId="1076"/>
        <pc:sldMkLst>
          <pc:docMk/>
          <pc:sldMk cId="3733633345" sldId="336"/>
        </pc:sldMkLst>
        <pc:spChg chg="mod">
          <ac:chgData name="Luciano Xiscatti" userId="2db44077-0ebe-4704-b9f6-a81ee1412191" providerId="ADAL" clId="{A896B742-876B-4E9B-B7D8-EABF5EDC6DB4}" dt="2026-04-07T21:00:53.176" v="145" actId="1076"/>
          <ac:spMkLst>
            <pc:docMk/>
            <pc:sldMk cId="3733633345" sldId="336"/>
            <ac:spMk id="2" creationId="{00000000-0000-0000-0000-000000000000}"/>
          </ac:spMkLst>
        </pc:spChg>
        <pc:picChg chg="mod">
          <ac:chgData name="Luciano Xiscatti" userId="2db44077-0ebe-4704-b9f6-a81ee1412191" providerId="ADAL" clId="{A896B742-876B-4E9B-B7D8-EABF5EDC6DB4}" dt="2026-04-07T21:00:47.503" v="143" actId="14100"/>
          <ac:picMkLst>
            <pc:docMk/>
            <pc:sldMk cId="3733633345" sldId="336"/>
            <ac:picMk id="4" creationId="{00000000-0000-0000-0000-000000000000}"/>
          </ac:picMkLst>
        </pc:picChg>
      </pc:sldChg>
      <pc:sldChg chg="modSp mod">
        <pc:chgData name="Luciano Xiscatti" userId="2db44077-0ebe-4704-b9f6-a81ee1412191" providerId="ADAL" clId="{A896B742-876B-4E9B-B7D8-EABF5EDC6DB4}" dt="2026-04-07T21:01:07.583" v="148" actId="14100"/>
        <pc:sldMkLst>
          <pc:docMk/>
          <pc:sldMk cId="482853048" sldId="337"/>
        </pc:sldMkLst>
        <pc:spChg chg="mod">
          <ac:chgData name="Luciano Xiscatti" userId="2db44077-0ebe-4704-b9f6-a81ee1412191" providerId="ADAL" clId="{A896B742-876B-4E9B-B7D8-EABF5EDC6DB4}" dt="2026-04-07T21:01:07.583" v="148" actId="14100"/>
          <ac:spMkLst>
            <pc:docMk/>
            <pc:sldMk cId="482853048" sldId="337"/>
            <ac:spMk id="2" creationId="{00000000-0000-0000-0000-000000000000}"/>
          </ac:spMkLst>
        </pc:spChg>
        <pc:spChg chg="mod">
          <ac:chgData name="Luciano Xiscatti" userId="2db44077-0ebe-4704-b9f6-a81ee1412191" providerId="ADAL" clId="{A896B742-876B-4E9B-B7D8-EABF5EDC6DB4}" dt="2026-04-07T21:01:01.040" v="146" actId="1076"/>
          <ac:spMkLst>
            <pc:docMk/>
            <pc:sldMk cId="482853048" sldId="337"/>
            <ac:spMk id="3" creationId="{00000000-0000-0000-0000-000000000000}"/>
          </ac:spMkLst>
        </pc:spChg>
      </pc:sldChg>
      <pc:sldChg chg="modSp mod">
        <pc:chgData name="Luciano Xiscatti" userId="2db44077-0ebe-4704-b9f6-a81ee1412191" providerId="ADAL" clId="{A896B742-876B-4E9B-B7D8-EABF5EDC6DB4}" dt="2026-04-07T21:01:42.135" v="154" actId="14100"/>
        <pc:sldMkLst>
          <pc:docMk/>
          <pc:sldMk cId="1202574484" sldId="338"/>
        </pc:sldMkLst>
        <pc:spChg chg="mod">
          <ac:chgData name="Luciano Xiscatti" userId="2db44077-0ebe-4704-b9f6-a81ee1412191" providerId="ADAL" clId="{A896B742-876B-4E9B-B7D8-EABF5EDC6DB4}" dt="2026-04-07T21:01:42.135" v="154" actId="14100"/>
          <ac:spMkLst>
            <pc:docMk/>
            <pc:sldMk cId="1202574484" sldId="338"/>
            <ac:spMk id="2" creationId="{00000000-0000-0000-0000-000000000000}"/>
          </ac:spMkLst>
        </pc:spChg>
        <pc:spChg chg="mod">
          <ac:chgData name="Luciano Xiscatti" userId="2db44077-0ebe-4704-b9f6-a81ee1412191" providerId="ADAL" clId="{A896B742-876B-4E9B-B7D8-EABF5EDC6DB4}" dt="2026-04-07T21:01:31.155" v="152" actId="6549"/>
          <ac:spMkLst>
            <pc:docMk/>
            <pc:sldMk cId="1202574484" sldId="338"/>
            <ac:spMk id="3" creationId="{00000000-0000-0000-0000-000000000000}"/>
          </ac:spMkLst>
        </pc:spChg>
      </pc:sldChg>
      <pc:sldChg chg="modSp mod">
        <pc:chgData name="Luciano Xiscatti" userId="2db44077-0ebe-4704-b9f6-a81ee1412191" providerId="ADAL" clId="{A896B742-876B-4E9B-B7D8-EABF5EDC6DB4}" dt="2026-04-07T21:01:57.063" v="157" actId="14100"/>
        <pc:sldMkLst>
          <pc:docMk/>
          <pc:sldMk cId="1884229114" sldId="339"/>
        </pc:sldMkLst>
        <pc:spChg chg="mod">
          <ac:chgData name="Luciano Xiscatti" userId="2db44077-0ebe-4704-b9f6-a81ee1412191" providerId="ADAL" clId="{A896B742-876B-4E9B-B7D8-EABF5EDC6DB4}" dt="2026-04-07T21:01:57.063" v="157" actId="14100"/>
          <ac:spMkLst>
            <pc:docMk/>
            <pc:sldMk cId="1884229114" sldId="339"/>
            <ac:spMk id="2" creationId="{00000000-0000-0000-0000-000000000000}"/>
          </ac:spMkLst>
        </pc:spChg>
        <pc:picChg chg="mod">
          <ac:chgData name="Luciano Xiscatti" userId="2db44077-0ebe-4704-b9f6-a81ee1412191" providerId="ADAL" clId="{A896B742-876B-4E9B-B7D8-EABF5EDC6DB4}" dt="2026-04-07T21:01:51.415" v="155" actId="1076"/>
          <ac:picMkLst>
            <pc:docMk/>
            <pc:sldMk cId="1884229114" sldId="339"/>
            <ac:picMk id="4" creationId="{00000000-0000-0000-0000-000000000000}"/>
          </ac:picMkLst>
        </pc:picChg>
      </pc:sldChg>
      <pc:sldChg chg="modSp mod">
        <pc:chgData name="Luciano Xiscatti" userId="2db44077-0ebe-4704-b9f6-a81ee1412191" providerId="ADAL" clId="{A896B742-876B-4E9B-B7D8-EABF5EDC6DB4}" dt="2026-04-07T21:02:10.023" v="160" actId="14100"/>
        <pc:sldMkLst>
          <pc:docMk/>
          <pc:sldMk cId="108279737" sldId="340"/>
        </pc:sldMkLst>
        <pc:spChg chg="mod">
          <ac:chgData name="Luciano Xiscatti" userId="2db44077-0ebe-4704-b9f6-a81ee1412191" providerId="ADAL" clId="{A896B742-876B-4E9B-B7D8-EABF5EDC6DB4}" dt="2026-04-07T21:02:10.023" v="160" actId="14100"/>
          <ac:spMkLst>
            <pc:docMk/>
            <pc:sldMk cId="108279737" sldId="340"/>
            <ac:spMk id="2" creationId="{00000000-0000-0000-0000-000000000000}"/>
          </ac:spMkLst>
        </pc:spChg>
        <pc:spChg chg="mod">
          <ac:chgData name="Luciano Xiscatti" userId="2db44077-0ebe-4704-b9f6-a81ee1412191" providerId="ADAL" clId="{A896B742-876B-4E9B-B7D8-EABF5EDC6DB4}" dt="2026-04-07T21:02:04.670" v="158" actId="1076"/>
          <ac:spMkLst>
            <pc:docMk/>
            <pc:sldMk cId="108279737" sldId="340"/>
            <ac:spMk id="3" creationId="{00000000-0000-0000-0000-000000000000}"/>
          </ac:spMkLst>
        </pc:spChg>
      </pc:sldChg>
      <pc:sldChg chg="modSp mod">
        <pc:chgData name="Luciano Xiscatti" userId="2db44077-0ebe-4704-b9f6-a81ee1412191" providerId="ADAL" clId="{A896B742-876B-4E9B-B7D8-EABF5EDC6DB4}" dt="2026-04-07T21:02:23.903" v="163" actId="14100"/>
        <pc:sldMkLst>
          <pc:docMk/>
          <pc:sldMk cId="1078133158" sldId="342"/>
        </pc:sldMkLst>
        <pc:spChg chg="mod">
          <ac:chgData name="Luciano Xiscatti" userId="2db44077-0ebe-4704-b9f6-a81ee1412191" providerId="ADAL" clId="{A896B742-876B-4E9B-B7D8-EABF5EDC6DB4}" dt="2026-04-07T21:02:23.903" v="163" actId="14100"/>
          <ac:spMkLst>
            <pc:docMk/>
            <pc:sldMk cId="1078133158" sldId="342"/>
            <ac:spMk id="2" creationId="{00000000-0000-0000-0000-000000000000}"/>
          </ac:spMkLst>
        </pc:spChg>
        <pc:spChg chg="mod">
          <ac:chgData name="Luciano Xiscatti" userId="2db44077-0ebe-4704-b9f6-a81ee1412191" providerId="ADAL" clId="{A896B742-876B-4E9B-B7D8-EABF5EDC6DB4}" dt="2026-04-07T21:02:18.888" v="161" actId="1076"/>
          <ac:spMkLst>
            <pc:docMk/>
            <pc:sldMk cId="1078133158" sldId="342"/>
            <ac:spMk id="3" creationId="{00000000-0000-0000-0000-000000000000}"/>
          </ac:spMkLst>
        </pc:spChg>
      </pc:sldChg>
      <pc:sldChg chg="modSp mod">
        <pc:chgData name="Luciano Xiscatti" userId="2db44077-0ebe-4704-b9f6-a81ee1412191" providerId="ADAL" clId="{A896B742-876B-4E9B-B7D8-EABF5EDC6DB4}" dt="2026-04-07T21:02:33.135" v="165" actId="14100"/>
        <pc:sldMkLst>
          <pc:docMk/>
          <pc:sldMk cId="1511581838" sldId="355"/>
        </pc:sldMkLst>
        <pc:spChg chg="mod">
          <ac:chgData name="Luciano Xiscatti" userId="2db44077-0ebe-4704-b9f6-a81ee1412191" providerId="ADAL" clId="{A896B742-876B-4E9B-B7D8-EABF5EDC6DB4}" dt="2026-04-07T21:02:33.135" v="165" actId="14100"/>
          <ac:spMkLst>
            <pc:docMk/>
            <pc:sldMk cId="1511581838" sldId="355"/>
            <ac:spMk id="2"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7" name="Retângulo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ítulo 1"/>
          <p:cNvSpPr>
            <a:spLocks noGrp="1"/>
          </p:cNvSpPr>
          <p:nvPr>
            <p:ph type="ctrTitle" hasCustomPrompt="1"/>
          </p:nvPr>
        </p:nvSpPr>
        <p:spPr>
          <a:xfrm>
            <a:off x="581191" y="1020431"/>
            <a:ext cx="10993549" cy="1475013"/>
          </a:xfrm>
          <a:effectLst/>
        </p:spPr>
        <p:txBody>
          <a:bodyPr rtlCol="0" anchor="b">
            <a:normAutofit/>
          </a:bodyPr>
          <a:lstStyle>
            <a:lvl1pPr>
              <a:defRPr sz="3600">
                <a:solidFill>
                  <a:schemeClr val="accent1"/>
                </a:solidFill>
              </a:defRPr>
            </a:lvl1pPr>
          </a:lstStyle>
          <a:p>
            <a:pPr rtl="0"/>
            <a:r>
              <a:rPr lang="pt-BR" noProof="0"/>
              <a:t>Clique para editar o estilo de título Mestre</a:t>
            </a:r>
          </a:p>
        </p:txBody>
      </p:sp>
      <p:sp>
        <p:nvSpPr>
          <p:cNvPr id="3" name="Subtítulo 2"/>
          <p:cNvSpPr>
            <a:spLocks noGrp="1"/>
          </p:cNvSpPr>
          <p:nvPr>
            <p:ph type="subTitle" idx="1" hasCustomPrompt="1"/>
          </p:nvPr>
        </p:nvSpPr>
        <p:spPr>
          <a:xfrm>
            <a:off x="581194" y="2495445"/>
            <a:ext cx="10993546" cy="590321"/>
          </a:xfrm>
        </p:spPr>
        <p:txBody>
          <a:bodyPr rtlCol="0"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rtl="0"/>
            <a:r>
              <a:rPr lang="pt-BR" noProof="0"/>
              <a:t>Clique para editar o estilo de subtítulo Mestre</a:t>
            </a:r>
          </a:p>
        </p:txBody>
      </p:sp>
      <p:sp>
        <p:nvSpPr>
          <p:cNvPr id="4" name="Espaço Reservado para Data 3"/>
          <p:cNvSpPr>
            <a:spLocks noGrp="1"/>
          </p:cNvSpPr>
          <p:nvPr>
            <p:ph type="dt" sz="half" idx="10"/>
          </p:nvPr>
        </p:nvSpPr>
        <p:spPr>
          <a:xfrm>
            <a:off x="7605951" y="5956137"/>
            <a:ext cx="2844800" cy="365125"/>
          </a:xfrm>
        </p:spPr>
        <p:txBody>
          <a:bodyPr rtlCol="0"/>
          <a:lstStyle>
            <a:lvl1pPr>
              <a:defRPr>
                <a:solidFill>
                  <a:schemeClr val="accent1">
                    <a:lumMod val="75000"/>
                    <a:lumOff val="25000"/>
                  </a:schemeClr>
                </a:solidFill>
              </a:defRPr>
            </a:lvl1pPr>
          </a:lstStyle>
          <a:p>
            <a:pPr rtl="0"/>
            <a:fld id="{09234CA2-9F5E-48FA-843C-0B2031554A67}" type="datetime1">
              <a:rPr lang="pt-BR" noProof="0" smtClean="0"/>
              <a:pPr rtl="0"/>
              <a:t>07/04/2026</a:t>
            </a:fld>
            <a:endParaRPr lang="pt-BR" noProof="0"/>
          </a:p>
        </p:txBody>
      </p:sp>
      <p:sp>
        <p:nvSpPr>
          <p:cNvPr id="5" name="Espaço Reservado para Rodapé 4"/>
          <p:cNvSpPr>
            <a:spLocks noGrp="1"/>
          </p:cNvSpPr>
          <p:nvPr>
            <p:ph type="ftr" sz="quarter" idx="11"/>
          </p:nvPr>
        </p:nvSpPr>
        <p:spPr>
          <a:xfrm>
            <a:off x="581192" y="5951811"/>
            <a:ext cx="6917210" cy="365125"/>
          </a:xfrm>
        </p:spPr>
        <p:txBody>
          <a:bodyPr rtlCol="0"/>
          <a:lstStyle>
            <a:lvl1pPr>
              <a:defRPr>
                <a:solidFill>
                  <a:schemeClr val="accent1">
                    <a:lumMod val="75000"/>
                    <a:lumOff val="25000"/>
                  </a:schemeClr>
                </a:solidFill>
              </a:defRPr>
            </a:lvl1pPr>
          </a:lstStyle>
          <a:p>
            <a:pPr rtl="0"/>
            <a:endParaRPr lang="pt-BR" noProof="0"/>
          </a:p>
        </p:txBody>
      </p:sp>
      <p:sp>
        <p:nvSpPr>
          <p:cNvPr id="6" name="Espaço Reservado para Número de Slide 5"/>
          <p:cNvSpPr>
            <a:spLocks noGrp="1"/>
          </p:cNvSpPr>
          <p:nvPr>
            <p:ph type="sldNum" sz="quarter" idx="12"/>
          </p:nvPr>
        </p:nvSpPr>
        <p:spPr>
          <a:xfrm>
            <a:off x="10558300" y="5956137"/>
            <a:ext cx="1016440" cy="365125"/>
          </a:xfrm>
        </p:spPr>
        <p:txBody>
          <a:bodyPr rtlCol="0"/>
          <a:lstStyle>
            <a:lvl1pPr>
              <a:defRPr>
                <a:solidFill>
                  <a:schemeClr val="accent1">
                    <a:lumMod val="75000"/>
                    <a:lumOff val="25000"/>
                  </a:schemeClr>
                </a:solidFill>
              </a:defRPr>
            </a:lvl1pPr>
          </a:lstStyle>
          <a:p>
            <a:pPr rtl="0"/>
            <a:fld id="{D57F1E4F-1CFF-5643-939E-217C01CDF565}" type="slidenum">
              <a:rPr lang="pt-BR" noProof="0" smtClean="0"/>
              <a:pPr rtl="0"/>
              <a:t>‹nº›</a:t>
            </a:fld>
            <a:endParaRPr lang="pt-BR" noProof="0"/>
          </a:p>
        </p:txBody>
      </p:sp>
    </p:spTree>
    <p:extLst>
      <p:ext uri="{BB962C8B-B14F-4D97-AF65-F5344CB8AC3E}">
        <p14:creationId xmlns:p14="http://schemas.microsoft.com/office/powerpoint/2010/main" val="14071713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7" name="Retângulo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ítulo 1"/>
          <p:cNvSpPr>
            <a:spLocks noGrp="1"/>
          </p:cNvSpPr>
          <p:nvPr>
            <p:ph type="title" hasCustomPrompt="1"/>
          </p:nvPr>
        </p:nvSpPr>
        <p:spPr>
          <a:xfrm>
            <a:off x="581192" y="702156"/>
            <a:ext cx="11029616" cy="1013800"/>
          </a:xfrm>
        </p:spPr>
        <p:txBody>
          <a:bodyPr rtlCol="0"/>
          <a:lstStyle/>
          <a:p>
            <a:pPr rtl="0"/>
            <a:r>
              <a:rPr lang="pt-BR" noProof="0"/>
              <a:t>Clique para editar o estilo de título Mestre</a:t>
            </a:r>
          </a:p>
        </p:txBody>
      </p:sp>
      <p:sp>
        <p:nvSpPr>
          <p:cNvPr id="3" name="Espaço reservado para conteúdo 2"/>
          <p:cNvSpPr>
            <a:spLocks noGrp="1"/>
          </p:cNvSpPr>
          <p:nvPr>
            <p:ph idx="1"/>
          </p:nvPr>
        </p:nvSpPr>
        <p:spPr>
          <a:xfrm>
            <a:off x="581192" y="2180496"/>
            <a:ext cx="11029615" cy="3678303"/>
          </a:xfrm>
        </p:spPr>
        <p:txBody>
          <a:bodyPr rtlCol="0"/>
          <a:lstStyle/>
          <a:p>
            <a:pPr lvl="0" rtl="0"/>
            <a:r>
              <a:rPr lang="pt-BR" noProof="0"/>
              <a:t>Clique para editar os estilos de texto Mestres</a:t>
            </a:r>
          </a:p>
          <a:p>
            <a:pPr lvl="1" rtl="0"/>
            <a:r>
              <a:rPr lang="pt-BR" noProof="0"/>
              <a:t>Segundo nível</a:t>
            </a:r>
          </a:p>
          <a:p>
            <a:pPr lvl="2" rtl="0"/>
            <a:r>
              <a:rPr lang="pt-BR" noProof="0"/>
              <a:t>Terceiro nível</a:t>
            </a:r>
          </a:p>
          <a:p>
            <a:pPr lvl="3" rtl="0"/>
            <a:r>
              <a:rPr lang="pt-BR" noProof="0"/>
              <a:t>Quarto nível</a:t>
            </a:r>
          </a:p>
          <a:p>
            <a:pPr lvl="4" rtl="0"/>
            <a:r>
              <a:rPr lang="pt-BR" noProof="0"/>
              <a:t>Quinto nível</a:t>
            </a:r>
          </a:p>
        </p:txBody>
      </p:sp>
      <p:sp>
        <p:nvSpPr>
          <p:cNvPr id="4" name="Espaço Reservado para Data 3"/>
          <p:cNvSpPr>
            <a:spLocks noGrp="1"/>
          </p:cNvSpPr>
          <p:nvPr>
            <p:ph type="dt" sz="half" idx="10"/>
          </p:nvPr>
        </p:nvSpPr>
        <p:spPr/>
        <p:txBody>
          <a:bodyPr rtlCol="0"/>
          <a:lstStyle/>
          <a:p>
            <a:pPr rtl="0"/>
            <a:fld id="{A7B1F27E-7DAF-45D3-90B3-991C8DB57655}" type="datetime1">
              <a:rPr lang="pt-BR" noProof="0" smtClean="0"/>
              <a:pPr rtl="0"/>
              <a:t>07/04/2026</a:t>
            </a:fld>
            <a:endParaRPr lang="pt-BR" noProof="0"/>
          </a:p>
        </p:txBody>
      </p:sp>
      <p:sp>
        <p:nvSpPr>
          <p:cNvPr id="5" name="Espaço Reservado para Rodapé 4"/>
          <p:cNvSpPr>
            <a:spLocks noGrp="1"/>
          </p:cNvSpPr>
          <p:nvPr>
            <p:ph type="ftr" sz="quarter" idx="11"/>
          </p:nvPr>
        </p:nvSpPr>
        <p:spPr/>
        <p:txBody>
          <a:bodyPr rtlCol="0"/>
          <a:lstStyle/>
          <a:p>
            <a:pPr rtl="0"/>
            <a:endParaRPr lang="pt-BR" noProof="0"/>
          </a:p>
        </p:txBody>
      </p:sp>
      <p:sp>
        <p:nvSpPr>
          <p:cNvPr id="6" name="Espaço reservado para o número do slide 5"/>
          <p:cNvSpPr>
            <a:spLocks noGrp="1"/>
          </p:cNvSpPr>
          <p:nvPr>
            <p:ph type="sldNum" sz="quarter" idx="12"/>
          </p:nvPr>
        </p:nvSpPr>
        <p:spPr>
          <a:xfrm>
            <a:off x="10558300" y="5956137"/>
            <a:ext cx="1052508" cy="365125"/>
          </a:xfrm>
        </p:spPr>
        <p:txBody>
          <a:bodyPr rtlCol="0"/>
          <a:lstStyle/>
          <a:p>
            <a:pPr rtl="0"/>
            <a:fld id="{D57F1E4F-1CFF-5643-939E-217C01CDF565}" type="slidenum">
              <a:rPr lang="pt-BR" noProof="0" smtClean="0"/>
              <a:pPr rtl="0"/>
              <a:t>‹nº›</a:t>
            </a:fld>
            <a:endParaRPr lang="pt-BR" noProof="0"/>
          </a:p>
        </p:txBody>
      </p:sp>
    </p:spTree>
    <p:extLst>
      <p:ext uri="{BB962C8B-B14F-4D97-AF65-F5344CB8AC3E}">
        <p14:creationId xmlns:p14="http://schemas.microsoft.com/office/powerpoint/2010/main" val="22837798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8" name="Retângulo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ítulo 1"/>
          <p:cNvSpPr>
            <a:spLocks noGrp="1"/>
          </p:cNvSpPr>
          <p:nvPr>
            <p:ph type="title" hasCustomPrompt="1"/>
          </p:nvPr>
        </p:nvSpPr>
        <p:spPr>
          <a:xfrm>
            <a:off x="581193" y="3043910"/>
            <a:ext cx="11029615" cy="1497507"/>
          </a:xfrm>
        </p:spPr>
        <p:txBody>
          <a:bodyPr rtlCol="0" anchor="b">
            <a:normAutofit/>
          </a:bodyPr>
          <a:lstStyle>
            <a:lvl1pPr algn="l">
              <a:defRPr sz="3600" b="0" cap="all">
                <a:solidFill>
                  <a:schemeClr val="accent1"/>
                </a:solidFill>
              </a:defRPr>
            </a:lvl1pPr>
          </a:lstStyle>
          <a:p>
            <a:pPr rtl="0"/>
            <a:r>
              <a:rPr lang="pt-BR" noProof="0"/>
              <a:t>Clique para editar o estilo de título Mestre</a:t>
            </a:r>
          </a:p>
        </p:txBody>
      </p:sp>
      <p:sp>
        <p:nvSpPr>
          <p:cNvPr id="3" name="Espaço Reservado para Texto 2"/>
          <p:cNvSpPr>
            <a:spLocks noGrp="1"/>
          </p:cNvSpPr>
          <p:nvPr>
            <p:ph type="body" idx="1" hasCustomPrompt="1"/>
          </p:nvPr>
        </p:nvSpPr>
        <p:spPr>
          <a:xfrm>
            <a:off x="581192" y="4541417"/>
            <a:ext cx="11029615" cy="600556"/>
          </a:xfrm>
        </p:spPr>
        <p:txBody>
          <a:bodyPr rtlCol="0"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rtl="0"/>
            <a:r>
              <a:rPr lang="pt-BR" noProof="0"/>
              <a:t>Editar o texto Mestre</a:t>
            </a:r>
          </a:p>
        </p:txBody>
      </p:sp>
      <p:sp>
        <p:nvSpPr>
          <p:cNvPr id="4" name="Espaço Reservado para Data 3"/>
          <p:cNvSpPr>
            <a:spLocks noGrp="1"/>
          </p:cNvSpPr>
          <p:nvPr>
            <p:ph type="dt" sz="half" idx="10"/>
          </p:nvPr>
        </p:nvSpPr>
        <p:spPr/>
        <p:txBody>
          <a:bodyPr rtlCol="0"/>
          <a:lstStyle>
            <a:lvl1pPr>
              <a:defRPr>
                <a:solidFill>
                  <a:schemeClr val="accent1">
                    <a:lumMod val="75000"/>
                    <a:lumOff val="25000"/>
                  </a:schemeClr>
                </a:solidFill>
              </a:defRPr>
            </a:lvl1pPr>
          </a:lstStyle>
          <a:p>
            <a:pPr rtl="0"/>
            <a:fld id="{9C84BDBB-7383-475F-BEA4-6DEA016CA495}" type="datetime1">
              <a:rPr lang="pt-BR" noProof="0" smtClean="0"/>
              <a:pPr rtl="0"/>
              <a:t>07/04/2026</a:t>
            </a:fld>
            <a:endParaRPr lang="pt-BR" noProof="0"/>
          </a:p>
        </p:txBody>
      </p:sp>
      <p:sp>
        <p:nvSpPr>
          <p:cNvPr id="5" name="Espaço Reservado para Rodapé 4"/>
          <p:cNvSpPr>
            <a:spLocks noGrp="1"/>
          </p:cNvSpPr>
          <p:nvPr>
            <p:ph type="ftr" sz="quarter" idx="11"/>
          </p:nvPr>
        </p:nvSpPr>
        <p:spPr/>
        <p:txBody>
          <a:bodyPr rtlCol="0"/>
          <a:lstStyle>
            <a:lvl1pPr>
              <a:defRPr>
                <a:solidFill>
                  <a:schemeClr val="accent1">
                    <a:lumMod val="75000"/>
                    <a:lumOff val="25000"/>
                  </a:schemeClr>
                </a:solidFill>
              </a:defRPr>
            </a:lvl1pPr>
          </a:lstStyle>
          <a:p>
            <a:pPr rtl="0"/>
            <a:endParaRPr lang="pt-BR" noProof="0"/>
          </a:p>
        </p:txBody>
      </p:sp>
      <p:sp>
        <p:nvSpPr>
          <p:cNvPr id="6" name="Espaço reservado para o número do slide 5"/>
          <p:cNvSpPr>
            <a:spLocks noGrp="1"/>
          </p:cNvSpPr>
          <p:nvPr>
            <p:ph type="sldNum" sz="quarter" idx="12"/>
          </p:nvPr>
        </p:nvSpPr>
        <p:spPr/>
        <p:txBody>
          <a:bodyPr rtlCol="0"/>
          <a:lstStyle>
            <a:lvl1pPr>
              <a:defRPr>
                <a:solidFill>
                  <a:schemeClr val="accent1">
                    <a:lumMod val="75000"/>
                    <a:lumOff val="25000"/>
                  </a:schemeClr>
                </a:solidFill>
              </a:defRPr>
            </a:lvl1pPr>
          </a:lstStyle>
          <a:p>
            <a:pPr rtl="0"/>
            <a:fld id="{D57F1E4F-1CFF-5643-939E-217C01CDF565}" type="slidenum">
              <a:rPr lang="pt-BR" noProof="0" smtClean="0"/>
              <a:pPr rtl="0"/>
              <a:t>‹nº›</a:t>
            </a:fld>
            <a:endParaRPr lang="pt-BR" noProof="0"/>
          </a:p>
        </p:txBody>
      </p:sp>
    </p:spTree>
    <p:extLst>
      <p:ext uri="{BB962C8B-B14F-4D97-AF65-F5344CB8AC3E}">
        <p14:creationId xmlns:p14="http://schemas.microsoft.com/office/powerpoint/2010/main" val="27139271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is conteúdos">
    <p:spTree>
      <p:nvGrpSpPr>
        <p:cNvPr id="1" name=""/>
        <p:cNvGrpSpPr/>
        <p:nvPr/>
      </p:nvGrpSpPr>
      <p:grpSpPr>
        <a:xfrm>
          <a:off x="0" y="0"/>
          <a:ext cx="0" cy="0"/>
          <a:chOff x="0" y="0"/>
          <a:chExt cx="0" cy="0"/>
        </a:xfrm>
      </p:grpSpPr>
      <p:sp>
        <p:nvSpPr>
          <p:cNvPr id="8" name="Retângulo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ítulo 1"/>
          <p:cNvSpPr>
            <a:spLocks noGrp="1"/>
          </p:cNvSpPr>
          <p:nvPr>
            <p:ph type="title" hasCustomPrompt="1"/>
          </p:nvPr>
        </p:nvSpPr>
        <p:spPr>
          <a:xfrm>
            <a:off x="581193" y="729658"/>
            <a:ext cx="11029616" cy="988332"/>
          </a:xfrm>
        </p:spPr>
        <p:txBody>
          <a:bodyPr rtlCol="0"/>
          <a:lstStyle/>
          <a:p>
            <a:pPr rtl="0"/>
            <a:r>
              <a:rPr lang="pt-BR" noProof="0"/>
              <a:t>Clique para editar o estilo de título Mestre</a:t>
            </a:r>
          </a:p>
        </p:txBody>
      </p:sp>
      <p:sp>
        <p:nvSpPr>
          <p:cNvPr id="3" name="Espaço reservado para conteúdo 2"/>
          <p:cNvSpPr>
            <a:spLocks noGrp="1"/>
          </p:cNvSpPr>
          <p:nvPr>
            <p:ph sz="half" idx="1"/>
          </p:nvPr>
        </p:nvSpPr>
        <p:spPr>
          <a:xfrm>
            <a:off x="581193" y="2228003"/>
            <a:ext cx="5422390" cy="3633047"/>
          </a:xfrm>
        </p:spPr>
        <p:txBody>
          <a:bodyPr rtlCol="0">
            <a:normAutofit/>
          </a:bodyPr>
          <a:lstStyle/>
          <a:p>
            <a:pPr lvl="0" rtl="0"/>
            <a:r>
              <a:rPr lang="pt-BR" noProof="0"/>
              <a:t>Clique para editar os estilos de texto Mestres</a:t>
            </a:r>
          </a:p>
          <a:p>
            <a:pPr lvl="1" rtl="0"/>
            <a:r>
              <a:rPr lang="pt-BR" noProof="0"/>
              <a:t>Segundo nível</a:t>
            </a:r>
          </a:p>
          <a:p>
            <a:pPr lvl="2" rtl="0"/>
            <a:r>
              <a:rPr lang="pt-BR" noProof="0"/>
              <a:t>Terceiro nível</a:t>
            </a:r>
          </a:p>
          <a:p>
            <a:pPr lvl="3" rtl="0"/>
            <a:r>
              <a:rPr lang="pt-BR" noProof="0"/>
              <a:t>Quarto nível</a:t>
            </a:r>
          </a:p>
          <a:p>
            <a:pPr lvl="4" rtl="0"/>
            <a:r>
              <a:rPr lang="pt-BR" noProof="0"/>
              <a:t>Quinto nível</a:t>
            </a:r>
          </a:p>
        </p:txBody>
      </p:sp>
      <p:sp>
        <p:nvSpPr>
          <p:cNvPr id="4" name="Espaço reservado para conteúdo 3"/>
          <p:cNvSpPr>
            <a:spLocks noGrp="1"/>
          </p:cNvSpPr>
          <p:nvPr>
            <p:ph sz="half" idx="2"/>
          </p:nvPr>
        </p:nvSpPr>
        <p:spPr>
          <a:xfrm>
            <a:off x="6188417" y="2228003"/>
            <a:ext cx="5422392" cy="3633047"/>
          </a:xfrm>
        </p:spPr>
        <p:txBody>
          <a:bodyPr rtlCol="0">
            <a:normAutofit/>
          </a:bodyPr>
          <a:lstStyle/>
          <a:p>
            <a:pPr lvl="0" rtl="0"/>
            <a:r>
              <a:rPr lang="pt-BR" noProof="0"/>
              <a:t>Clique para editar os estilos de texto Mestres</a:t>
            </a:r>
          </a:p>
          <a:p>
            <a:pPr lvl="1" rtl="0"/>
            <a:r>
              <a:rPr lang="pt-BR" noProof="0"/>
              <a:t>Segundo nível</a:t>
            </a:r>
          </a:p>
          <a:p>
            <a:pPr lvl="2" rtl="0"/>
            <a:r>
              <a:rPr lang="pt-BR" noProof="0"/>
              <a:t>Terceiro nível</a:t>
            </a:r>
          </a:p>
          <a:p>
            <a:pPr lvl="3" rtl="0"/>
            <a:r>
              <a:rPr lang="pt-BR" noProof="0"/>
              <a:t>Quarto nível</a:t>
            </a:r>
          </a:p>
          <a:p>
            <a:pPr lvl="4" rtl="0"/>
            <a:r>
              <a:rPr lang="pt-BR" noProof="0"/>
              <a:t>Quinto nível</a:t>
            </a:r>
          </a:p>
        </p:txBody>
      </p:sp>
      <p:sp>
        <p:nvSpPr>
          <p:cNvPr id="5" name="Espaço Reservado para Data 4"/>
          <p:cNvSpPr>
            <a:spLocks noGrp="1"/>
          </p:cNvSpPr>
          <p:nvPr>
            <p:ph type="dt" sz="half" idx="10"/>
          </p:nvPr>
        </p:nvSpPr>
        <p:spPr/>
        <p:txBody>
          <a:bodyPr rtlCol="0"/>
          <a:lstStyle/>
          <a:p>
            <a:pPr rtl="0"/>
            <a:fld id="{F0F057F5-8FF5-4D8D-8D1D-AB2EA718C0A8}" type="datetime1">
              <a:rPr lang="pt-BR" noProof="0" smtClean="0"/>
              <a:pPr rtl="0"/>
              <a:t>07/04/2026</a:t>
            </a:fld>
            <a:endParaRPr lang="pt-BR" noProof="0"/>
          </a:p>
        </p:txBody>
      </p:sp>
      <p:sp>
        <p:nvSpPr>
          <p:cNvPr id="6" name="Espaço Reservado para Rodapé 5"/>
          <p:cNvSpPr>
            <a:spLocks noGrp="1"/>
          </p:cNvSpPr>
          <p:nvPr>
            <p:ph type="ftr" sz="quarter" idx="11"/>
          </p:nvPr>
        </p:nvSpPr>
        <p:spPr/>
        <p:txBody>
          <a:bodyPr rtlCol="0"/>
          <a:lstStyle/>
          <a:p>
            <a:pPr rtl="0"/>
            <a:endParaRPr lang="pt-BR" noProof="0"/>
          </a:p>
        </p:txBody>
      </p:sp>
      <p:sp>
        <p:nvSpPr>
          <p:cNvPr id="7" name="Espaço reservado para o número do slide 6"/>
          <p:cNvSpPr>
            <a:spLocks noGrp="1"/>
          </p:cNvSpPr>
          <p:nvPr>
            <p:ph type="sldNum" sz="quarter" idx="12"/>
          </p:nvPr>
        </p:nvSpPr>
        <p:spPr/>
        <p:txBody>
          <a:bodyPr rtlCol="0"/>
          <a:lstStyle/>
          <a:p>
            <a:pPr rtl="0"/>
            <a:fld id="{D57F1E4F-1CFF-5643-939E-217C01CDF565}" type="slidenum">
              <a:rPr lang="pt-BR" noProof="0" smtClean="0"/>
              <a:pPr rtl="0"/>
              <a:t>‹nº›</a:t>
            </a:fld>
            <a:endParaRPr lang="pt-BR" noProof="0"/>
          </a:p>
        </p:txBody>
      </p:sp>
    </p:spTree>
    <p:extLst>
      <p:ext uri="{BB962C8B-B14F-4D97-AF65-F5344CB8AC3E}">
        <p14:creationId xmlns:p14="http://schemas.microsoft.com/office/powerpoint/2010/main" val="38328816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11" name="Retângulo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ítulo 1"/>
          <p:cNvSpPr>
            <a:spLocks noGrp="1"/>
          </p:cNvSpPr>
          <p:nvPr>
            <p:ph type="title" hasCustomPrompt="1"/>
          </p:nvPr>
        </p:nvSpPr>
        <p:spPr>
          <a:xfrm>
            <a:off x="581193" y="729658"/>
            <a:ext cx="11029616" cy="988332"/>
          </a:xfrm>
        </p:spPr>
        <p:txBody>
          <a:bodyPr rtlCol="0"/>
          <a:lstStyle/>
          <a:p>
            <a:pPr rtl="0"/>
            <a:r>
              <a:rPr lang="pt-BR" noProof="0"/>
              <a:t>Clique para editar o estilo de título Mestre</a:t>
            </a:r>
          </a:p>
        </p:txBody>
      </p:sp>
      <p:sp>
        <p:nvSpPr>
          <p:cNvPr id="3" name="Espaço Reservado para Texto 2"/>
          <p:cNvSpPr>
            <a:spLocks noGrp="1"/>
          </p:cNvSpPr>
          <p:nvPr>
            <p:ph type="body" idx="1"/>
          </p:nvPr>
        </p:nvSpPr>
        <p:spPr>
          <a:xfrm>
            <a:off x="887219" y="2250892"/>
            <a:ext cx="5087075" cy="536005"/>
          </a:xfrm>
        </p:spPr>
        <p:txBody>
          <a:bodyPr rtlCol="0"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pt-BR" noProof="0"/>
              <a:t>Clique para editar os estilos de texto Mestres</a:t>
            </a:r>
          </a:p>
        </p:txBody>
      </p:sp>
      <p:sp>
        <p:nvSpPr>
          <p:cNvPr id="4" name="Espaço reservado para conteúdo 3"/>
          <p:cNvSpPr>
            <a:spLocks noGrp="1"/>
          </p:cNvSpPr>
          <p:nvPr>
            <p:ph sz="half" idx="2"/>
          </p:nvPr>
        </p:nvSpPr>
        <p:spPr>
          <a:xfrm>
            <a:off x="581194" y="2926052"/>
            <a:ext cx="5393100" cy="2934999"/>
          </a:xfrm>
        </p:spPr>
        <p:txBody>
          <a:bodyPr rtlCol="0" anchor="t">
            <a:normAutofit/>
          </a:bodyPr>
          <a:lstStyle/>
          <a:p>
            <a:pPr lvl="0" rtl="0"/>
            <a:r>
              <a:rPr lang="pt-BR" noProof="0"/>
              <a:t>Clique para editar os estilos de texto Mestres</a:t>
            </a:r>
          </a:p>
          <a:p>
            <a:pPr lvl="1" rtl="0"/>
            <a:r>
              <a:rPr lang="pt-BR" noProof="0"/>
              <a:t>Segundo nível</a:t>
            </a:r>
          </a:p>
          <a:p>
            <a:pPr lvl="2" rtl="0"/>
            <a:r>
              <a:rPr lang="pt-BR" noProof="0"/>
              <a:t>Terceiro nível</a:t>
            </a:r>
          </a:p>
          <a:p>
            <a:pPr lvl="3" rtl="0"/>
            <a:r>
              <a:rPr lang="pt-BR" noProof="0"/>
              <a:t>Quarto nível</a:t>
            </a:r>
          </a:p>
          <a:p>
            <a:pPr lvl="4" rtl="0"/>
            <a:r>
              <a:rPr lang="pt-BR" noProof="0"/>
              <a:t>Quinto nível</a:t>
            </a:r>
          </a:p>
        </p:txBody>
      </p:sp>
      <p:sp>
        <p:nvSpPr>
          <p:cNvPr id="5" name="Espaço reservado para texto 4"/>
          <p:cNvSpPr>
            <a:spLocks noGrp="1"/>
          </p:cNvSpPr>
          <p:nvPr>
            <p:ph type="body" sz="quarter" idx="3"/>
          </p:nvPr>
        </p:nvSpPr>
        <p:spPr>
          <a:xfrm>
            <a:off x="6523735" y="2250892"/>
            <a:ext cx="5087073" cy="553373"/>
          </a:xfrm>
        </p:spPr>
        <p:txBody>
          <a:bodyPr rtlCol="0"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pt-BR" noProof="0"/>
              <a:t>Clique para editar os estilos de texto Mestres</a:t>
            </a:r>
          </a:p>
        </p:txBody>
      </p:sp>
      <p:sp>
        <p:nvSpPr>
          <p:cNvPr id="6" name="Espaço reservado para conteúdo 5"/>
          <p:cNvSpPr>
            <a:spLocks noGrp="1"/>
          </p:cNvSpPr>
          <p:nvPr>
            <p:ph sz="quarter" idx="4"/>
          </p:nvPr>
        </p:nvSpPr>
        <p:spPr>
          <a:xfrm>
            <a:off x="6217709" y="2926052"/>
            <a:ext cx="5393100" cy="2934999"/>
          </a:xfrm>
        </p:spPr>
        <p:txBody>
          <a:bodyPr rtlCol="0" anchor="t">
            <a:normAutofit/>
          </a:bodyPr>
          <a:lstStyle/>
          <a:p>
            <a:pPr lvl="0" rtl="0"/>
            <a:r>
              <a:rPr lang="pt-BR" noProof="0"/>
              <a:t>Clique para editar os estilos de texto Mestres</a:t>
            </a:r>
          </a:p>
          <a:p>
            <a:pPr lvl="1" rtl="0"/>
            <a:r>
              <a:rPr lang="pt-BR" noProof="0"/>
              <a:t>Segundo nível</a:t>
            </a:r>
          </a:p>
          <a:p>
            <a:pPr lvl="2" rtl="0"/>
            <a:r>
              <a:rPr lang="pt-BR" noProof="0"/>
              <a:t>Terceiro nível</a:t>
            </a:r>
          </a:p>
          <a:p>
            <a:pPr lvl="3" rtl="0"/>
            <a:r>
              <a:rPr lang="pt-BR" noProof="0"/>
              <a:t>Quarto nível</a:t>
            </a:r>
          </a:p>
          <a:p>
            <a:pPr lvl="4" rtl="0"/>
            <a:r>
              <a:rPr lang="pt-BR" noProof="0"/>
              <a:t>Quinto nível</a:t>
            </a:r>
          </a:p>
        </p:txBody>
      </p:sp>
      <p:sp>
        <p:nvSpPr>
          <p:cNvPr id="7" name="Espaço Reservado para Data 6"/>
          <p:cNvSpPr>
            <a:spLocks noGrp="1"/>
          </p:cNvSpPr>
          <p:nvPr>
            <p:ph type="dt" sz="half" idx="10"/>
          </p:nvPr>
        </p:nvSpPr>
        <p:spPr/>
        <p:txBody>
          <a:bodyPr rtlCol="0"/>
          <a:lstStyle/>
          <a:p>
            <a:pPr rtl="0"/>
            <a:fld id="{7A6DEE47-7D13-43F4-ABED-3A5080F68646}" type="datetime1">
              <a:rPr lang="pt-BR" noProof="0" smtClean="0"/>
              <a:pPr rtl="0"/>
              <a:t>07/04/2026</a:t>
            </a:fld>
            <a:endParaRPr lang="pt-BR" noProof="0"/>
          </a:p>
        </p:txBody>
      </p:sp>
      <p:sp>
        <p:nvSpPr>
          <p:cNvPr id="8" name="Espaço Reservado para Rodapé 7"/>
          <p:cNvSpPr>
            <a:spLocks noGrp="1"/>
          </p:cNvSpPr>
          <p:nvPr>
            <p:ph type="ftr" sz="quarter" idx="11"/>
          </p:nvPr>
        </p:nvSpPr>
        <p:spPr/>
        <p:txBody>
          <a:bodyPr rtlCol="0"/>
          <a:lstStyle/>
          <a:p>
            <a:pPr rtl="0"/>
            <a:endParaRPr lang="pt-BR" noProof="0"/>
          </a:p>
        </p:txBody>
      </p:sp>
      <p:sp>
        <p:nvSpPr>
          <p:cNvPr id="9" name="Espaço reservado para o número do slide 8"/>
          <p:cNvSpPr>
            <a:spLocks noGrp="1"/>
          </p:cNvSpPr>
          <p:nvPr>
            <p:ph type="sldNum" sz="quarter" idx="12"/>
          </p:nvPr>
        </p:nvSpPr>
        <p:spPr/>
        <p:txBody>
          <a:bodyPr rtlCol="0"/>
          <a:lstStyle/>
          <a:p>
            <a:pPr rtl="0"/>
            <a:fld id="{D57F1E4F-1CFF-5643-939E-217C01CDF565}" type="slidenum">
              <a:rPr lang="pt-BR" noProof="0" smtClean="0"/>
              <a:pPr rtl="0"/>
              <a:t>‹nº›</a:t>
            </a:fld>
            <a:endParaRPr lang="pt-BR" noProof="0"/>
          </a:p>
        </p:txBody>
      </p:sp>
    </p:spTree>
    <p:extLst>
      <p:ext uri="{BB962C8B-B14F-4D97-AF65-F5344CB8AC3E}">
        <p14:creationId xmlns:p14="http://schemas.microsoft.com/office/powerpoint/2010/main" val="32721036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3" name="Espaço Reservado para Data 2"/>
          <p:cNvSpPr>
            <a:spLocks noGrp="1"/>
          </p:cNvSpPr>
          <p:nvPr>
            <p:ph type="dt" sz="half" idx="10"/>
          </p:nvPr>
        </p:nvSpPr>
        <p:spPr/>
        <p:txBody>
          <a:bodyPr rtlCol="0"/>
          <a:lstStyle/>
          <a:p>
            <a:pPr rtl="0"/>
            <a:fld id="{BE973E3D-DBBF-4A29-999A-7303C12DCD81}" type="datetime1">
              <a:rPr lang="pt-BR" noProof="0" smtClean="0"/>
              <a:pPr rtl="0"/>
              <a:t>07/04/2026</a:t>
            </a:fld>
            <a:endParaRPr lang="pt-BR" noProof="0"/>
          </a:p>
        </p:txBody>
      </p:sp>
      <p:sp>
        <p:nvSpPr>
          <p:cNvPr id="4" name="Espaço Reservado para Rodapé 3"/>
          <p:cNvSpPr>
            <a:spLocks noGrp="1"/>
          </p:cNvSpPr>
          <p:nvPr>
            <p:ph type="ftr" sz="quarter" idx="11"/>
          </p:nvPr>
        </p:nvSpPr>
        <p:spPr/>
        <p:txBody>
          <a:bodyPr rtlCol="0"/>
          <a:lstStyle/>
          <a:p>
            <a:pPr rtl="0"/>
            <a:endParaRPr lang="pt-BR" noProof="0"/>
          </a:p>
        </p:txBody>
      </p:sp>
      <p:sp>
        <p:nvSpPr>
          <p:cNvPr id="5" name="Espaço reservado para o número do slide 4"/>
          <p:cNvSpPr>
            <a:spLocks noGrp="1"/>
          </p:cNvSpPr>
          <p:nvPr>
            <p:ph type="sldNum" sz="quarter" idx="12"/>
          </p:nvPr>
        </p:nvSpPr>
        <p:spPr/>
        <p:txBody>
          <a:bodyPr rtlCol="0"/>
          <a:lstStyle/>
          <a:p>
            <a:pPr rtl="0"/>
            <a:fld id="{D57F1E4F-1CFF-5643-939E-217C01CDF565}" type="slidenum">
              <a:rPr lang="pt-BR" noProof="0" smtClean="0"/>
              <a:pPr rtl="0"/>
              <a:t>‹nº›</a:t>
            </a:fld>
            <a:endParaRPr lang="pt-BR" noProof="0"/>
          </a:p>
        </p:txBody>
      </p:sp>
      <p:sp>
        <p:nvSpPr>
          <p:cNvPr id="7" name="Retângulo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ítulo 1"/>
          <p:cNvSpPr>
            <a:spLocks noGrp="1"/>
          </p:cNvSpPr>
          <p:nvPr>
            <p:ph type="title"/>
          </p:nvPr>
        </p:nvSpPr>
        <p:spPr>
          <a:xfrm>
            <a:off x="575894" y="729658"/>
            <a:ext cx="11029616" cy="988332"/>
          </a:xfrm>
        </p:spPr>
        <p:txBody>
          <a:bodyPr rtlCol="0"/>
          <a:lstStyle/>
          <a:p>
            <a:pPr rtl="0"/>
            <a:r>
              <a:rPr lang="pt-BR" noProof="0"/>
              <a:t>Clique para editar o título Mestre</a:t>
            </a:r>
          </a:p>
        </p:txBody>
      </p:sp>
    </p:spTree>
    <p:extLst>
      <p:ext uri="{BB962C8B-B14F-4D97-AF65-F5344CB8AC3E}">
        <p14:creationId xmlns:p14="http://schemas.microsoft.com/office/powerpoint/2010/main" val="34712736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rtlCol="0"/>
          <a:lstStyle/>
          <a:p>
            <a:pPr rtl="0"/>
            <a:fld id="{174E23CD-D9DA-4A76-9BB0-7BEF6E78EC36}" type="datetime1">
              <a:rPr lang="pt-BR" noProof="0" smtClean="0"/>
              <a:pPr rtl="0"/>
              <a:t>07/04/2026</a:t>
            </a:fld>
            <a:endParaRPr lang="pt-BR" noProof="0"/>
          </a:p>
        </p:txBody>
      </p:sp>
      <p:sp>
        <p:nvSpPr>
          <p:cNvPr id="3" name="Espaço Reservado para Rodapé 2"/>
          <p:cNvSpPr>
            <a:spLocks noGrp="1"/>
          </p:cNvSpPr>
          <p:nvPr>
            <p:ph type="ftr" sz="quarter" idx="11"/>
          </p:nvPr>
        </p:nvSpPr>
        <p:spPr/>
        <p:txBody>
          <a:bodyPr rtlCol="0"/>
          <a:lstStyle/>
          <a:p>
            <a:pPr rtl="0"/>
            <a:endParaRPr lang="pt-BR" noProof="0"/>
          </a:p>
        </p:txBody>
      </p:sp>
      <p:sp>
        <p:nvSpPr>
          <p:cNvPr id="4" name="Espaço reservado para o número do slide 3"/>
          <p:cNvSpPr>
            <a:spLocks noGrp="1"/>
          </p:cNvSpPr>
          <p:nvPr>
            <p:ph type="sldNum" sz="quarter" idx="12"/>
          </p:nvPr>
        </p:nvSpPr>
        <p:spPr/>
        <p:txBody>
          <a:bodyPr rtlCol="0"/>
          <a:lstStyle/>
          <a:p>
            <a:pPr rtl="0"/>
            <a:fld id="{D57F1E4F-1CFF-5643-939E-217C01CDF565}" type="slidenum">
              <a:rPr lang="pt-BR" noProof="0" smtClean="0"/>
              <a:pPr rtl="0"/>
              <a:t>‹nº›</a:t>
            </a:fld>
            <a:endParaRPr lang="pt-BR" noProof="0"/>
          </a:p>
        </p:txBody>
      </p:sp>
    </p:spTree>
    <p:extLst>
      <p:ext uri="{BB962C8B-B14F-4D97-AF65-F5344CB8AC3E}">
        <p14:creationId xmlns:p14="http://schemas.microsoft.com/office/powerpoint/2010/main" val="2346353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9" name="Retângulo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ítulo 1"/>
          <p:cNvSpPr>
            <a:spLocks noGrp="1"/>
          </p:cNvSpPr>
          <p:nvPr>
            <p:ph type="title" hasCustomPrompt="1"/>
          </p:nvPr>
        </p:nvSpPr>
        <p:spPr>
          <a:xfrm>
            <a:off x="581192" y="5262296"/>
            <a:ext cx="4909445" cy="689514"/>
          </a:xfrm>
        </p:spPr>
        <p:txBody>
          <a:bodyPr rtlCol="0" anchor="ctr"/>
          <a:lstStyle>
            <a:lvl1pPr algn="l">
              <a:defRPr sz="2000" b="0">
                <a:solidFill>
                  <a:schemeClr val="accent1">
                    <a:lumMod val="75000"/>
                    <a:lumOff val="25000"/>
                  </a:schemeClr>
                </a:solidFill>
              </a:defRPr>
            </a:lvl1pPr>
          </a:lstStyle>
          <a:p>
            <a:pPr rtl="0"/>
            <a:r>
              <a:rPr lang="pt-BR" noProof="0"/>
              <a:t>Clique para editar o estilo de título Mestre</a:t>
            </a:r>
          </a:p>
        </p:txBody>
      </p:sp>
      <p:sp>
        <p:nvSpPr>
          <p:cNvPr id="3" name="Espaço reservado para conteúdo 2"/>
          <p:cNvSpPr>
            <a:spLocks noGrp="1"/>
          </p:cNvSpPr>
          <p:nvPr>
            <p:ph idx="1"/>
          </p:nvPr>
        </p:nvSpPr>
        <p:spPr>
          <a:xfrm>
            <a:off x="447816" y="601200"/>
            <a:ext cx="11292840" cy="4204800"/>
          </a:xfrm>
        </p:spPr>
        <p:txBody>
          <a:bodyPr rtlCol="0"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rtl="0"/>
            <a:r>
              <a:rPr lang="pt-BR" noProof="0"/>
              <a:t>Clique para editar os estilos de texto Mestres</a:t>
            </a:r>
          </a:p>
          <a:p>
            <a:pPr lvl="1" rtl="0"/>
            <a:r>
              <a:rPr lang="pt-BR" noProof="0"/>
              <a:t>Segundo nível</a:t>
            </a:r>
          </a:p>
          <a:p>
            <a:pPr lvl="2" rtl="0"/>
            <a:r>
              <a:rPr lang="pt-BR" noProof="0"/>
              <a:t>Terceiro nível</a:t>
            </a:r>
          </a:p>
          <a:p>
            <a:pPr lvl="3" rtl="0"/>
            <a:r>
              <a:rPr lang="pt-BR" noProof="0"/>
              <a:t>Quarto nível</a:t>
            </a:r>
          </a:p>
          <a:p>
            <a:pPr lvl="4" rtl="0"/>
            <a:r>
              <a:rPr lang="pt-BR" noProof="0"/>
              <a:t>Quinto nível</a:t>
            </a:r>
          </a:p>
        </p:txBody>
      </p:sp>
      <p:sp>
        <p:nvSpPr>
          <p:cNvPr id="4" name="Espaço reservado para texto 3"/>
          <p:cNvSpPr>
            <a:spLocks noGrp="1"/>
          </p:cNvSpPr>
          <p:nvPr>
            <p:ph type="body" sz="half" idx="2"/>
          </p:nvPr>
        </p:nvSpPr>
        <p:spPr>
          <a:xfrm>
            <a:off x="5740823" y="5262296"/>
            <a:ext cx="5869987" cy="689515"/>
          </a:xfrm>
        </p:spPr>
        <p:txBody>
          <a:bodyPr rtlCol="0"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pt-BR" noProof="0"/>
              <a:t>Clique para editar os estilos de texto Mestres</a:t>
            </a:r>
          </a:p>
        </p:txBody>
      </p:sp>
      <p:sp>
        <p:nvSpPr>
          <p:cNvPr id="5" name="Espaço Reservado para Data 4"/>
          <p:cNvSpPr>
            <a:spLocks noGrp="1"/>
          </p:cNvSpPr>
          <p:nvPr>
            <p:ph type="dt" sz="half" idx="10"/>
          </p:nvPr>
        </p:nvSpPr>
        <p:spPr/>
        <p:txBody>
          <a:bodyPr rtlCol="0"/>
          <a:lstStyle>
            <a:lvl1pPr>
              <a:defRPr>
                <a:solidFill>
                  <a:schemeClr val="accent1">
                    <a:lumMod val="75000"/>
                    <a:lumOff val="25000"/>
                  </a:schemeClr>
                </a:solidFill>
              </a:defRPr>
            </a:lvl1pPr>
          </a:lstStyle>
          <a:p>
            <a:pPr rtl="0"/>
            <a:fld id="{E782A511-DCA3-4DB1-B232-6DE9BF3E093E}" type="datetime1">
              <a:rPr lang="pt-BR" noProof="0" smtClean="0"/>
              <a:pPr rtl="0"/>
              <a:t>07/04/2026</a:t>
            </a:fld>
            <a:endParaRPr lang="pt-BR" noProof="0"/>
          </a:p>
        </p:txBody>
      </p:sp>
      <p:sp>
        <p:nvSpPr>
          <p:cNvPr id="6" name="Espaço Reservado para Rodapé 5"/>
          <p:cNvSpPr>
            <a:spLocks noGrp="1"/>
          </p:cNvSpPr>
          <p:nvPr>
            <p:ph type="ftr" sz="quarter" idx="11"/>
          </p:nvPr>
        </p:nvSpPr>
        <p:spPr/>
        <p:txBody>
          <a:bodyPr rtlCol="0"/>
          <a:lstStyle>
            <a:lvl1pPr>
              <a:defRPr>
                <a:solidFill>
                  <a:schemeClr val="accent1">
                    <a:lumMod val="75000"/>
                    <a:lumOff val="25000"/>
                  </a:schemeClr>
                </a:solidFill>
              </a:defRPr>
            </a:lvl1pPr>
          </a:lstStyle>
          <a:p>
            <a:pPr rtl="0"/>
            <a:endParaRPr lang="pt-BR" noProof="0"/>
          </a:p>
        </p:txBody>
      </p:sp>
      <p:sp>
        <p:nvSpPr>
          <p:cNvPr id="7" name="Espaço reservado para o número do slide 6"/>
          <p:cNvSpPr>
            <a:spLocks noGrp="1"/>
          </p:cNvSpPr>
          <p:nvPr>
            <p:ph type="sldNum" sz="quarter" idx="12"/>
          </p:nvPr>
        </p:nvSpPr>
        <p:spPr/>
        <p:txBody>
          <a:bodyPr rtlCol="0"/>
          <a:lstStyle>
            <a:lvl1pPr>
              <a:defRPr>
                <a:solidFill>
                  <a:schemeClr val="accent1">
                    <a:lumMod val="75000"/>
                    <a:lumOff val="25000"/>
                  </a:schemeClr>
                </a:solidFill>
              </a:defRPr>
            </a:lvl1pPr>
          </a:lstStyle>
          <a:p>
            <a:pPr rtl="0"/>
            <a:fld id="{D57F1E4F-1CFF-5643-939E-217C01CDF565}" type="slidenum">
              <a:rPr lang="pt-BR" noProof="0" smtClean="0"/>
              <a:pPr rtl="0"/>
              <a:t>‹nº›</a:t>
            </a:fld>
            <a:endParaRPr lang="pt-BR" noProof="0"/>
          </a:p>
        </p:txBody>
      </p:sp>
    </p:spTree>
    <p:extLst>
      <p:ext uri="{BB962C8B-B14F-4D97-AF65-F5344CB8AC3E}">
        <p14:creationId xmlns:p14="http://schemas.microsoft.com/office/powerpoint/2010/main" val="37901924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p:cNvSpPr>
            <a:spLocks noGrp="1"/>
          </p:cNvSpPr>
          <p:nvPr>
            <p:ph type="title" hasCustomPrompt="1"/>
          </p:nvPr>
        </p:nvSpPr>
        <p:spPr>
          <a:xfrm>
            <a:off x="581193" y="4693389"/>
            <a:ext cx="11029616" cy="566738"/>
          </a:xfrm>
        </p:spPr>
        <p:txBody>
          <a:bodyPr rtlCol="0" anchor="b">
            <a:normAutofit/>
          </a:bodyPr>
          <a:lstStyle>
            <a:lvl1pPr algn="l">
              <a:defRPr sz="2400" b="0">
                <a:solidFill>
                  <a:schemeClr val="accent1"/>
                </a:solidFill>
              </a:defRPr>
            </a:lvl1pPr>
          </a:lstStyle>
          <a:p>
            <a:pPr rtl="0"/>
            <a:r>
              <a:rPr lang="pt-BR" noProof="0"/>
              <a:t>Clique para editar o estilo de título Mestre</a:t>
            </a:r>
          </a:p>
        </p:txBody>
      </p:sp>
      <p:sp>
        <p:nvSpPr>
          <p:cNvPr id="3" name="Espaço Reservado para Imagem 2"/>
          <p:cNvSpPr>
            <a:spLocks noGrp="1" noChangeAspect="1"/>
          </p:cNvSpPr>
          <p:nvPr>
            <p:ph type="pic" idx="1"/>
          </p:nvPr>
        </p:nvSpPr>
        <p:spPr>
          <a:xfrm>
            <a:off x="447817" y="599725"/>
            <a:ext cx="11290859" cy="3557252"/>
          </a:xfrm>
        </p:spPr>
        <p:txBody>
          <a:bodyPr rtlCol="0"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rtl="0"/>
            <a:r>
              <a:rPr lang="pt-BR" noProof="0"/>
              <a:t>Clique no ícone para adicionar uma imagem</a:t>
            </a:r>
          </a:p>
        </p:txBody>
      </p:sp>
      <p:sp>
        <p:nvSpPr>
          <p:cNvPr id="4" name="Espaço reservado para texto 3"/>
          <p:cNvSpPr>
            <a:spLocks noGrp="1"/>
          </p:cNvSpPr>
          <p:nvPr>
            <p:ph type="body" sz="half" idx="2"/>
          </p:nvPr>
        </p:nvSpPr>
        <p:spPr>
          <a:xfrm>
            <a:off x="581192" y="5260127"/>
            <a:ext cx="11029617" cy="598671"/>
          </a:xfrm>
        </p:spPr>
        <p:txBody>
          <a:bodyPr rtlCol="0">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rtl="0"/>
            <a:r>
              <a:rPr lang="pt-BR" noProof="0"/>
              <a:t>Clique para editar os estilos de texto Mestres</a:t>
            </a:r>
          </a:p>
        </p:txBody>
      </p:sp>
      <p:sp>
        <p:nvSpPr>
          <p:cNvPr id="5" name="Espaço Reservado para Data 4"/>
          <p:cNvSpPr>
            <a:spLocks noGrp="1"/>
          </p:cNvSpPr>
          <p:nvPr>
            <p:ph type="dt" sz="half" idx="10"/>
          </p:nvPr>
        </p:nvSpPr>
        <p:spPr/>
        <p:txBody>
          <a:bodyPr rtlCol="0"/>
          <a:lstStyle/>
          <a:p>
            <a:pPr rtl="0"/>
            <a:fld id="{01A46BD8-7B90-4F0C-B77B-34482E71BE4B}" type="datetime1">
              <a:rPr lang="pt-BR" noProof="0" smtClean="0"/>
              <a:pPr rtl="0"/>
              <a:t>07/04/2026</a:t>
            </a:fld>
            <a:endParaRPr lang="pt-BR" noProof="0"/>
          </a:p>
        </p:txBody>
      </p:sp>
      <p:sp>
        <p:nvSpPr>
          <p:cNvPr id="6" name="Espaço Reservado para Rodapé 5"/>
          <p:cNvSpPr>
            <a:spLocks noGrp="1"/>
          </p:cNvSpPr>
          <p:nvPr>
            <p:ph type="ftr" sz="quarter" idx="11"/>
          </p:nvPr>
        </p:nvSpPr>
        <p:spPr/>
        <p:txBody>
          <a:bodyPr rtlCol="0"/>
          <a:lstStyle/>
          <a:p>
            <a:pPr rtl="0"/>
            <a:endParaRPr lang="pt-BR" noProof="0"/>
          </a:p>
        </p:txBody>
      </p:sp>
      <p:sp>
        <p:nvSpPr>
          <p:cNvPr id="7" name="Espaço reservado para o número do slide 6"/>
          <p:cNvSpPr>
            <a:spLocks noGrp="1"/>
          </p:cNvSpPr>
          <p:nvPr>
            <p:ph type="sldNum" sz="quarter" idx="12"/>
          </p:nvPr>
        </p:nvSpPr>
        <p:spPr/>
        <p:txBody>
          <a:bodyPr rtlCol="0"/>
          <a:lstStyle/>
          <a:p>
            <a:pPr rtl="0"/>
            <a:fld id="{D57F1E4F-1CFF-5643-939E-217C01CDF565}" type="slidenum">
              <a:rPr lang="pt-BR" noProof="0" smtClean="0"/>
              <a:pPr rtl="0"/>
              <a:t>‹nº›</a:t>
            </a:fld>
            <a:endParaRPr lang="pt-BR" noProof="0"/>
          </a:p>
        </p:txBody>
      </p:sp>
    </p:spTree>
    <p:extLst>
      <p:ext uri="{BB962C8B-B14F-4D97-AF65-F5344CB8AC3E}">
        <p14:creationId xmlns:p14="http://schemas.microsoft.com/office/powerpoint/2010/main" val="31191083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8" name="Retângulo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ítulo 1"/>
          <p:cNvSpPr>
            <a:spLocks noGrp="1"/>
          </p:cNvSpPr>
          <p:nvPr>
            <p:ph type="title" hasCustomPrompt="1"/>
          </p:nvPr>
        </p:nvSpPr>
        <p:spPr>
          <a:xfrm>
            <a:off x="581192" y="702156"/>
            <a:ext cx="11029616" cy="1013800"/>
          </a:xfrm>
        </p:spPr>
        <p:txBody>
          <a:bodyPr rtlCol="0"/>
          <a:lstStyle/>
          <a:p>
            <a:pPr rtl="0"/>
            <a:r>
              <a:rPr lang="pt-BR" noProof="0"/>
              <a:t>Clique para editar o estilo de título Mestre</a:t>
            </a:r>
          </a:p>
        </p:txBody>
      </p:sp>
      <p:sp>
        <p:nvSpPr>
          <p:cNvPr id="3" name="Espaço Reservado para Texto Vertical 2"/>
          <p:cNvSpPr>
            <a:spLocks noGrp="1"/>
          </p:cNvSpPr>
          <p:nvPr>
            <p:ph type="body" orient="vert" idx="1"/>
          </p:nvPr>
        </p:nvSpPr>
        <p:spPr/>
        <p:txBody>
          <a:bodyPr vert="eaVert" rtlCol="0" anchor="t"/>
          <a:lstStyle>
            <a:lvl1pPr algn="l">
              <a:defRPr/>
            </a:lvl1pPr>
            <a:lvl2pPr algn="l">
              <a:defRPr/>
            </a:lvl2pPr>
            <a:lvl3pPr algn="l">
              <a:defRPr/>
            </a:lvl3pPr>
            <a:lvl4pPr algn="l">
              <a:defRPr/>
            </a:lvl4pPr>
            <a:lvl5pPr algn="l">
              <a:defRPr/>
            </a:lvl5pPr>
          </a:lstStyle>
          <a:p>
            <a:pPr lvl="0" rtl="0"/>
            <a:r>
              <a:rPr lang="pt-BR" noProof="0"/>
              <a:t>Clique para editar os estilos de texto Mestres</a:t>
            </a:r>
          </a:p>
          <a:p>
            <a:pPr lvl="1" rtl="0"/>
            <a:r>
              <a:rPr lang="pt-BR" noProof="0"/>
              <a:t>Segundo nível</a:t>
            </a:r>
          </a:p>
          <a:p>
            <a:pPr lvl="2" rtl="0"/>
            <a:r>
              <a:rPr lang="pt-BR" noProof="0"/>
              <a:t>Terceiro nível</a:t>
            </a:r>
          </a:p>
          <a:p>
            <a:pPr lvl="3" rtl="0"/>
            <a:r>
              <a:rPr lang="pt-BR" noProof="0"/>
              <a:t>Quarto nível</a:t>
            </a:r>
          </a:p>
          <a:p>
            <a:pPr lvl="4" rtl="0"/>
            <a:r>
              <a:rPr lang="pt-BR" noProof="0"/>
              <a:t>Quinto nível</a:t>
            </a:r>
          </a:p>
        </p:txBody>
      </p:sp>
      <p:sp>
        <p:nvSpPr>
          <p:cNvPr id="4" name="Espaço Reservado para Data 3"/>
          <p:cNvSpPr>
            <a:spLocks noGrp="1"/>
          </p:cNvSpPr>
          <p:nvPr>
            <p:ph type="dt" sz="half" idx="10"/>
          </p:nvPr>
        </p:nvSpPr>
        <p:spPr/>
        <p:txBody>
          <a:bodyPr rtlCol="0"/>
          <a:lstStyle/>
          <a:p>
            <a:pPr rtl="0"/>
            <a:fld id="{631BE170-2D6A-4F23-959F-F3FDD7EE17C8}" type="datetime1">
              <a:rPr lang="pt-BR" noProof="0" smtClean="0"/>
              <a:pPr rtl="0"/>
              <a:t>07/04/2026</a:t>
            </a:fld>
            <a:endParaRPr lang="pt-BR" noProof="0"/>
          </a:p>
        </p:txBody>
      </p:sp>
      <p:sp>
        <p:nvSpPr>
          <p:cNvPr id="5" name="Espaço Reservado para Rodapé 4"/>
          <p:cNvSpPr>
            <a:spLocks noGrp="1"/>
          </p:cNvSpPr>
          <p:nvPr>
            <p:ph type="ftr" sz="quarter" idx="11"/>
          </p:nvPr>
        </p:nvSpPr>
        <p:spPr/>
        <p:txBody>
          <a:bodyPr rtlCol="0"/>
          <a:lstStyle/>
          <a:p>
            <a:pPr rtl="0"/>
            <a:endParaRPr lang="pt-BR" noProof="0"/>
          </a:p>
        </p:txBody>
      </p:sp>
      <p:sp>
        <p:nvSpPr>
          <p:cNvPr id="6" name="Espaço reservado para o número do slide 5"/>
          <p:cNvSpPr>
            <a:spLocks noGrp="1"/>
          </p:cNvSpPr>
          <p:nvPr>
            <p:ph type="sldNum" sz="quarter" idx="12"/>
          </p:nvPr>
        </p:nvSpPr>
        <p:spPr/>
        <p:txBody>
          <a:bodyPr rtlCol="0"/>
          <a:lstStyle/>
          <a:p>
            <a:pPr rtl="0"/>
            <a:fld id="{D57F1E4F-1CFF-5643-939E-217C01CDF565}" type="slidenum">
              <a:rPr lang="pt-BR" noProof="0" smtClean="0"/>
              <a:pPr rtl="0"/>
              <a:t>‹nº›</a:t>
            </a:fld>
            <a:endParaRPr lang="pt-BR" noProof="0"/>
          </a:p>
        </p:txBody>
      </p:sp>
    </p:spTree>
    <p:extLst>
      <p:ext uri="{BB962C8B-B14F-4D97-AF65-F5344CB8AC3E}">
        <p14:creationId xmlns:p14="http://schemas.microsoft.com/office/powerpoint/2010/main" val="31280995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7" name="Retângulo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ítulo vertical 1"/>
          <p:cNvSpPr>
            <a:spLocks noGrp="1"/>
          </p:cNvSpPr>
          <p:nvPr>
            <p:ph type="title" orient="vert"/>
          </p:nvPr>
        </p:nvSpPr>
        <p:spPr>
          <a:xfrm>
            <a:off x="8839201" y="675726"/>
            <a:ext cx="2004164" cy="5183073"/>
          </a:xfrm>
        </p:spPr>
        <p:txBody>
          <a:bodyPr vert="eaVert" rtlCol="0"/>
          <a:lstStyle/>
          <a:p>
            <a:pPr rtl="0"/>
            <a:r>
              <a:rPr lang="pt-BR" noProof="0"/>
              <a:t>Clique para editar o título Mestre</a:t>
            </a:r>
          </a:p>
        </p:txBody>
      </p:sp>
      <p:sp>
        <p:nvSpPr>
          <p:cNvPr id="3" name="Espaço Reservado para Texto Vertical 2"/>
          <p:cNvSpPr>
            <a:spLocks noGrp="1"/>
          </p:cNvSpPr>
          <p:nvPr>
            <p:ph type="body" orient="vert" idx="1"/>
          </p:nvPr>
        </p:nvSpPr>
        <p:spPr>
          <a:xfrm>
            <a:off x="774923" y="675726"/>
            <a:ext cx="7896279" cy="5183073"/>
          </a:xfrm>
        </p:spPr>
        <p:txBody>
          <a:bodyPr vert="eaVert" rtlCol="0" anchor="t"/>
          <a:lstStyle/>
          <a:p>
            <a:pPr lvl="0" rtl="0"/>
            <a:r>
              <a:rPr lang="pt-BR" noProof="0"/>
              <a:t>Clique para editar os estilos de texto Mestres</a:t>
            </a:r>
          </a:p>
          <a:p>
            <a:pPr lvl="1" rtl="0"/>
            <a:r>
              <a:rPr lang="pt-BR" noProof="0"/>
              <a:t>Segundo nível</a:t>
            </a:r>
          </a:p>
          <a:p>
            <a:pPr lvl="2" rtl="0"/>
            <a:r>
              <a:rPr lang="pt-BR" noProof="0"/>
              <a:t>Terceiro nível</a:t>
            </a:r>
          </a:p>
          <a:p>
            <a:pPr lvl="3" rtl="0"/>
            <a:r>
              <a:rPr lang="pt-BR" noProof="0"/>
              <a:t>Quarto nível</a:t>
            </a:r>
          </a:p>
          <a:p>
            <a:pPr lvl="4" rtl="0"/>
            <a:r>
              <a:rPr lang="pt-BR" noProof="0"/>
              <a:t>Quinto nível</a:t>
            </a:r>
          </a:p>
        </p:txBody>
      </p:sp>
      <p:sp>
        <p:nvSpPr>
          <p:cNvPr id="4" name="Espaço Reservado para Data 3"/>
          <p:cNvSpPr>
            <a:spLocks noGrp="1"/>
          </p:cNvSpPr>
          <p:nvPr>
            <p:ph type="dt" sz="half" idx="10"/>
          </p:nvPr>
        </p:nvSpPr>
        <p:spPr>
          <a:xfrm>
            <a:off x="8993673" y="5956137"/>
            <a:ext cx="1328141" cy="365125"/>
          </a:xfrm>
        </p:spPr>
        <p:txBody>
          <a:bodyPr rtlCol="0"/>
          <a:lstStyle>
            <a:lvl1pPr>
              <a:defRPr>
                <a:solidFill>
                  <a:schemeClr val="accent1">
                    <a:lumMod val="75000"/>
                    <a:lumOff val="25000"/>
                  </a:schemeClr>
                </a:solidFill>
              </a:defRPr>
            </a:lvl1pPr>
          </a:lstStyle>
          <a:p>
            <a:pPr rtl="0"/>
            <a:fld id="{CCF2502B-DA48-44EE-974F-4401E37897C2}" type="datetime1">
              <a:rPr lang="pt-BR" noProof="0" smtClean="0"/>
              <a:pPr rtl="0"/>
              <a:t>07/04/2026</a:t>
            </a:fld>
            <a:endParaRPr lang="pt-BR" noProof="0"/>
          </a:p>
        </p:txBody>
      </p:sp>
      <p:sp>
        <p:nvSpPr>
          <p:cNvPr id="5" name="Espaço Reservado para Rodapé 4"/>
          <p:cNvSpPr>
            <a:spLocks noGrp="1"/>
          </p:cNvSpPr>
          <p:nvPr>
            <p:ph type="ftr" sz="quarter" idx="11"/>
          </p:nvPr>
        </p:nvSpPr>
        <p:spPr>
          <a:xfrm>
            <a:off x="774923" y="5951811"/>
            <a:ext cx="7896279" cy="365125"/>
          </a:xfrm>
        </p:spPr>
        <p:txBody>
          <a:bodyPr rtlCol="0"/>
          <a:lstStyle/>
          <a:p>
            <a:pPr rtl="0"/>
            <a:endParaRPr lang="pt-BR" noProof="0"/>
          </a:p>
        </p:txBody>
      </p:sp>
      <p:sp>
        <p:nvSpPr>
          <p:cNvPr id="6" name="Espaço Reservado para Número de Slide 5"/>
          <p:cNvSpPr>
            <a:spLocks noGrp="1"/>
          </p:cNvSpPr>
          <p:nvPr>
            <p:ph type="sldNum" sz="quarter" idx="12"/>
          </p:nvPr>
        </p:nvSpPr>
        <p:spPr>
          <a:xfrm>
            <a:off x="10446615" y="5956137"/>
            <a:ext cx="1164195" cy="365125"/>
          </a:xfrm>
        </p:spPr>
        <p:txBody>
          <a:bodyPr rtlCol="0"/>
          <a:lstStyle>
            <a:lvl1pPr>
              <a:defRPr>
                <a:solidFill>
                  <a:schemeClr val="accent1">
                    <a:lumMod val="75000"/>
                    <a:lumOff val="25000"/>
                  </a:schemeClr>
                </a:solidFill>
              </a:defRPr>
            </a:lvl1pPr>
          </a:lstStyle>
          <a:p>
            <a:pPr rtl="0"/>
            <a:fld id="{D57F1E4F-1CFF-5643-939E-217C01CDF565}" type="slidenum">
              <a:rPr lang="pt-BR" noProof="0" smtClean="0"/>
              <a:pPr rtl="0"/>
              <a:t>‹nº›</a:t>
            </a:fld>
            <a:endParaRPr lang="pt-BR" noProof="0"/>
          </a:p>
        </p:txBody>
      </p:sp>
    </p:spTree>
    <p:extLst>
      <p:ext uri="{BB962C8B-B14F-4D97-AF65-F5344CB8AC3E}">
        <p14:creationId xmlns:p14="http://schemas.microsoft.com/office/powerpoint/2010/main" val="22305599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Título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pPr rtl="0"/>
            <a:r>
              <a:rPr lang="pt-BR" noProof="0"/>
              <a:t>Clique para editar o estilo de título Mestre</a:t>
            </a:r>
          </a:p>
        </p:txBody>
      </p:sp>
      <p:sp>
        <p:nvSpPr>
          <p:cNvPr id="3" name="Espaço Reservado para Texto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rtl="0"/>
            <a:r>
              <a:rPr lang="pt-BR" noProof="0"/>
              <a:t>Editar estilos de texto Mestre</a:t>
            </a:r>
          </a:p>
          <a:p>
            <a:pPr lvl="1" rtl="0"/>
            <a:r>
              <a:rPr lang="pt-BR" noProof="0"/>
              <a:t>Segundo nível</a:t>
            </a:r>
          </a:p>
          <a:p>
            <a:pPr lvl="2" rtl="0"/>
            <a:r>
              <a:rPr lang="pt-BR" noProof="0"/>
              <a:t>Terceiro nível</a:t>
            </a:r>
          </a:p>
          <a:p>
            <a:pPr lvl="3" rtl="0"/>
            <a:r>
              <a:rPr lang="pt-BR" noProof="0"/>
              <a:t>Quarto nível</a:t>
            </a:r>
          </a:p>
          <a:p>
            <a:pPr lvl="4" rtl="0"/>
            <a:r>
              <a:rPr lang="pt-BR" noProof="0"/>
              <a:t>Quinto nível</a:t>
            </a:r>
          </a:p>
        </p:txBody>
      </p:sp>
      <p:sp>
        <p:nvSpPr>
          <p:cNvPr id="4" name="Espaço Reservado para Data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pPr rtl="0"/>
            <a:fld id="{0D110607-227D-4A11-B3D0-0B2B6E648C32}" type="datetime1">
              <a:rPr lang="pt-BR" noProof="0" smtClean="0"/>
              <a:pPr rtl="0"/>
              <a:t>07/04/2026</a:t>
            </a:fld>
            <a:endParaRPr lang="pt-BR" noProof="0"/>
          </a:p>
        </p:txBody>
      </p:sp>
      <p:sp>
        <p:nvSpPr>
          <p:cNvPr id="5" name="Espaço Reservado para Rodapé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pPr rtl="0"/>
            <a:endParaRPr lang="pt-BR" noProof="0"/>
          </a:p>
        </p:txBody>
      </p:sp>
      <p:sp>
        <p:nvSpPr>
          <p:cNvPr id="6" name="Espaço Reservado para Número de Slide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pPr rtl="0"/>
            <a:fld id="{D57F1E4F-1CFF-5643-939E-217C01CDF565}" type="slidenum">
              <a:rPr lang="pt-BR" noProof="0" smtClean="0"/>
              <a:pPr rtl="0"/>
              <a:t>‹nº›</a:t>
            </a:fld>
            <a:endParaRPr lang="pt-BR" noProof="0"/>
          </a:p>
        </p:txBody>
      </p:sp>
      <p:sp>
        <p:nvSpPr>
          <p:cNvPr id="9" name="Retângulo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tângulo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tângulo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604794680"/>
      </p:ext>
    </p:extLst>
  </p:cSld>
  <p:clrMap bg1="lt1" tx1="dk1" bg2="lt2" tx2="dk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 id="2147483699" r:id="rId6"/>
    <p:sldLayoutId id="2147483700" r:id="rId7"/>
    <p:sldLayoutId id="2147483701" r:id="rId8"/>
    <p:sldLayoutId id="2147483702" r:id="rId9"/>
    <p:sldLayoutId id="2147483703" r:id="rId10"/>
    <p:sldLayoutId id="2147483704"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p:txBody>
          <a:bodyPr/>
          <a:lstStyle/>
          <a:p>
            <a:pPr>
              <a:defRPr/>
            </a:pPr>
            <a:r>
              <a:rPr lang="pt-BR" dirty="0"/>
              <a:t>Disciplina de Sistemas e Redes de </a:t>
            </a:r>
            <a:r>
              <a:rPr lang="pt-BR" dirty="0" err="1"/>
              <a:t>ComUNICAÇÃo</a:t>
            </a:r>
            <a:endParaRPr lang="pt-BR" dirty="0"/>
          </a:p>
        </p:txBody>
      </p:sp>
      <p:sp>
        <p:nvSpPr>
          <p:cNvPr id="3" name="Subtítulo 2"/>
          <p:cNvSpPr>
            <a:spLocks noGrp="1"/>
          </p:cNvSpPr>
          <p:nvPr>
            <p:ph type="subTitle" idx="1"/>
          </p:nvPr>
        </p:nvSpPr>
        <p:spPr>
          <a:xfrm>
            <a:off x="599227" y="3429000"/>
            <a:ext cx="10993546" cy="590321"/>
          </a:xfrm>
        </p:spPr>
        <p:txBody>
          <a:bodyPr>
            <a:normAutofit fontScale="92500" lnSpcReduction="20000"/>
          </a:bodyPr>
          <a:lstStyle/>
          <a:p>
            <a:r>
              <a:rPr lang="pt-BR" dirty="0">
                <a:solidFill>
                  <a:schemeClr val="bg1"/>
                </a:solidFill>
              </a:rPr>
              <a:t>Aula 6 - Endereçamento IP – parte 1</a:t>
            </a:r>
          </a:p>
          <a:p>
            <a:r>
              <a:rPr lang="pt-BR" dirty="0">
                <a:solidFill>
                  <a:schemeClr val="bg1"/>
                </a:solidFill>
              </a:rPr>
              <a:t>Prof. Xis</a:t>
            </a:r>
          </a:p>
        </p:txBody>
      </p:sp>
    </p:spTree>
    <p:extLst>
      <p:ext uri="{BB962C8B-B14F-4D97-AF65-F5344CB8AC3E}">
        <p14:creationId xmlns:p14="http://schemas.microsoft.com/office/powerpoint/2010/main" val="6285008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404568" y="799735"/>
            <a:ext cx="11162581" cy="550443"/>
          </a:xfrm>
        </p:spPr>
        <p:txBody>
          <a:bodyPr>
            <a:normAutofit/>
          </a:bodyPr>
          <a:lstStyle/>
          <a:p>
            <a:r>
              <a:rPr lang="pt-BR" dirty="0"/>
              <a:t>Endereços IPv4 - Anatomia</a:t>
            </a:r>
          </a:p>
        </p:txBody>
      </p:sp>
      <p:sp>
        <p:nvSpPr>
          <p:cNvPr id="3" name="Espaço Reservado para Conteúdo 2"/>
          <p:cNvSpPr>
            <a:spLocks noGrp="1"/>
          </p:cNvSpPr>
          <p:nvPr>
            <p:ph idx="1"/>
          </p:nvPr>
        </p:nvSpPr>
        <p:spPr>
          <a:xfrm>
            <a:off x="404568" y="799735"/>
            <a:ext cx="11513454" cy="4399473"/>
          </a:xfrm>
        </p:spPr>
        <p:txBody>
          <a:bodyPr>
            <a:normAutofit/>
          </a:bodyPr>
          <a:lstStyle/>
          <a:p>
            <a:r>
              <a:rPr lang="pt-BR" dirty="0"/>
              <a:t>Cada dispositivo de uma rede deve ter uma definição exclusiva. Na camada de rede, os pacotes de comunicação precisam ser identificados com os endereços de origem e de destino dos dois sistemas finais. Com o IPv4, isso significa que cada pacote tem um endereço de origem de 32 bits e um endereço de destino de 32 bits no cabeçalho da Camada 3. </a:t>
            </a:r>
          </a:p>
        </p:txBody>
      </p:sp>
      <p:pic>
        <p:nvPicPr>
          <p:cNvPr id="4" name="Imagem 3"/>
          <p:cNvPicPr>
            <a:picLocks noChangeAspect="1"/>
          </p:cNvPicPr>
          <p:nvPr/>
        </p:nvPicPr>
        <p:blipFill rotWithShape="1">
          <a:blip r:embed="rId2"/>
          <a:srcRect l="52244" t="46982" r="20436" b="35746"/>
          <a:stretch/>
        </p:blipFill>
        <p:spPr>
          <a:xfrm>
            <a:off x="4191421" y="4483759"/>
            <a:ext cx="6616992" cy="2229642"/>
          </a:xfrm>
          <a:prstGeom prst="rect">
            <a:avLst/>
          </a:prstGeom>
        </p:spPr>
      </p:pic>
    </p:spTree>
    <p:extLst>
      <p:ext uri="{BB962C8B-B14F-4D97-AF65-F5344CB8AC3E}">
        <p14:creationId xmlns:p14="http://schemas.microsoft.com/office/powerpoint/2010/main" val="13492649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394294" y="575884"/>
            <a:ext cx="11162581" cy="714829"/>
          </a:xfrm>
        </p:spPr>
        <p:txBody>
          <a:bodyPr>
            <a:normAutofit/>
          </a:bodyPr>
          <a:lstStyle/>
          <a:p>
            <a:r>
              <a:rPr lang="pt-BR" dirty="0"/>
              <a:t>Endereços IPv4 - Anatomia</a:t>
            </a:r>
          </a:p>
        </p:txBody>
      </p:sp>
      <p:sp>
        <p:nvSpPr>
          <p:cNvPr id="3" name="Espaço Reservado para Conteúdo 2"/>
          <p:cNvSpPr>
            <a:spLocks noGrp="1"/>
          </p:cNvSpPr>
          <p:nvPr>
            <p:ph idx="1"/>
          </p:nvPr>
        </p:nvSpPr>
        <p:spPr>
          <a:xfrm>
            <a:off x="113016" y="933299"/>
            <a:ext cx="11918022" cy="4399473"/>
          </a:xfrm>
        </p:spPr>
        <p:txBody>
          <a:bodyPr/>
          <a:lstStyle/>
          <a:p>
            <a:r>
              <a:rPr lang="pt-BR" dirty="0"/>
              <a:t>Esses endereços são usados na rede de dados como padrões binários. Dentro dos dispositivos, a lógica digital é aplicada à sua interpretação. Para nós, na rede humana, uma </a:t>
            </a:r>
            <a:r>
              <a:rPr lang="pt-BR" dirty="0" err="1"/>
              <a:t>string</a:t>
            </a:r>
            <a:r>
              <a:rPr lang="pt-BR" dirty="0"/>
              <a:t> de 32 bits é difícil de interpretar e ainda mais difícil de lembrar. Portanto, representamos endereços IPv4 usando o formato decimal pontuada. </a:t>
            </a:r>
          </a:p>
        </p:txBody>
      </p:sp>
      <p:pic>
        <p:nvPicPr>
          <p:cNvPr id="4" name="Imagem 3"/>
          <p:cNvPicPr>
            <a:picLocks noChangeAspect="1"/>
          </p:cNvPicPr>
          <p:nvPr/>
        </p:nvPicPr>
        <p:blipFill rotWithShape="1">
          <a:blip r:embed="rId2"/>
          <a:srcRect l="52144" t="46425" r="20339" b="35745"/>
          <a:stretch/>
        </p:blipFill>
        <p:spPr>
          <a:xfrm>
            <a:off x="4336657" y="4226585"/>
            <a:ext cx="6440934" cy="2224208"/>
          </a:xfrm>
          <a:prstGeom prst="rect">
            <a:avLst/>
          </a:prstGeom>
        </p:spPr>
      </p:pic>
    </p:spTree>
    <p:extLst>
      <p:ext uri="{BB962C8B-B14F-4D97-AF65-F5344CB8AC3E}">
        <p14:creationId xmlns:p14="http://schemas.microsoft.com/office/powerpoint/2010/main" val="10416003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Endereços IPv4 - Decimal com Pontos</a:t>
            </a:r>
          </a:p>
        </p:txBody>
      </p:sp>
      <p:sp>
        <p:nvSpPr>
          <p:cNvPr id="3" name="Espaço Reservado para Conteúdo 2"/>
          <p:cNvSpPr>
            <a:spLocks noGrp="1"/>
          </p:cNvSpPr>
          <p:nvPr>
            <p:ph idx="1"/>
          </p:nvPr>
        </p:nvSpPr>
        <p:spPr>
          <a:xfrm>
            <a:off x="609600" y="1539937"/>
            <a:ext cx="10972800" cy="5031460"/>
          </a:xfrm>
        </p:spPr>
        <p:txBody>
          <a:bodyPr>
            <a:normAutofit/>
          </a:bodyPr>
          <a:lstStyle/>
          <a:p>
            <a:endParaRPr lang="pt-BR" dirty="0"/>
          </a:p>
          <a:p>
            <a:r>
              <a:rPr lang="pt-BR" dirty="0"/>
              <a:t>Padrões binários que representam endereços IPv4 e são expressos como decimais com pontos, separando-se cada byte do padrão binário, chamado de octeto, com um ponto. É chamado de octeto por que cada número decimal representa um byte ou 8 bits. </a:t>
            </a:r>
          </a:p>
          <a:p>
            <a:r>
              <a:rPr lang="pt-BR" dirty="0"/>
              <a:t>Por exemplo, o endereço:</a:t>
            </a:r>
          </a:p>
          <a:p>
            <a:r>
              <a:rPr lang="pt-BR" dirty="0"/>
              <a:t>10101100000100000000010000010100</a:t>
            </a:r>
          </a:p>
          <a:p>
            <a:r>
              <a:rPr lang="pt-BR" dirty="0"/>
              <a:t>é expresso no formato decimal com pontos como:</a:t>
            </a:r>
          </a:p>
          <a:p>
            <a:r>
              <a:rPr lang="pt-BR" dirty="0"/>
              <a:t>172.16.4.20</a:t>
            </a:r>
          </a:p>
          <a:p>
            <a:r>
              <a:rPr lang="pt-BR" dirty="0"/>
              <a:t>Tenha em mente que os dispositivos usam lógica binária. O formato decimal com pontos é usado para facilitar para as pessoas o uso e a memorização de endereços. </a:t>
            </a:r>
          </a:p>
          <a:p>
            <a:endParaRPr lang="pt-BR" dirty="0"/>
          </a:p>
          <a:p>
            <a:endParaRPr lang="pt-BR" dirty="0"/>
          </a:p>
        </p:txBody>
      </p:sp>
    </p:spTree>
    <p:extLst>
      <p:ext uri="{BB962C8B-B14F-4D97-AF65-F5344CB8AC3E}">
        <p14:creationId xmlns:p14="http://schemas.microsoft.com/office/powerpoint/2010/main" val="29085947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Endereços IPv4 - Porção de Rede e Host</a:t>
            </a:r>
          </a:p>
        </p:txBody>
      </p:sp>
      <p:sp>
        <p:nvSpPr>
          <p:cNvPr id="3" name="Espaço Reservado para Conteúdo 2"/>
          <p:cNvSpPr>
            <a:spLocks noGrp="1"/>
          </p:cNvSpPr>
          <p:nvPr>
            <p:ph idx="1"/>
          </p:nvPr>
        </p:nvSpPr>
        <p:spPr>
          <a:xfrm>
            <a:off x="609600" y="1287923"/>
            <a:ext cx="10972800" cy="5031460"/>
          </a:xfrm>
        </p:spPr>
        <p:txBody>
          <a:bodyPr>
            <a:normAutofit/>
          </a:bodyPr>
          <a:lstStyle/>
          <a:p>
            <a:endParaRPr lang="pt-BR" dirty="0"/>
          </a:p>
          <a:p>
            <a:r>
              <a:rPr lang="pt-BR" dirty="0"/>
              <a:t>Para cada endereço IPv4, uma porção dos bits mais significativos representa o endereço de rede. Na Camada 3, definimos uma rede como grupo de hosts que têm padrões de bits idênticos na porção de endereço de rede de seus endereços. </a:t>
            </a:r>
          </a:p>
          <a:p>
            <a:endParaRPr lang="pt-BR" dirty="0"/>
          </a:p>
          <a:p>
            <a:r>
              <a:rPr lang="pt-BR" dirty="0"/>
              <a:t>Embora todos os 32 bits definam o endereço do host, temos um número variável de bits que são chamados de porção de host do endereço. O número de bits usados nessa porção de host determina o número de hosts que podemos ter na rede.</a:t>
            </a:r>
          </a:p>
          <a:p>
            <a:endParaRPr lang="pt-BR" dirty="0"/>
          </a:p>
          <a:p>
            <a:endParaRPr lang="pt-BR" dirty="0"/>
          </a:p>
        </p:txBody>
      </p:sp>
    </p:spTree>
    <p:extLst>
      <p:ext uri="{BB962C8B-B14F-4D97-AF65-F5344CB8AC3E}">
        <p14:creationId xmlns:p14="http://schemas.microsoft.com/office/powerpoint/2010/main" val="4423385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Endereços IPv4 - Porção de Rede e Host</a:t>
            </a:r>
          </a:p>
        </p:txBody>
      </p:sp>
      <p:sp>
        <p:nvSpPr>
          <p:cNvPr id="3" name="Espaço Reservado para Conteúdo 2"/>
          <p:cNvSpPr>
            <a:spLocks noGrp="1"/>
          </p:cNvSpPr>
          <p:nvPr>
            <p:ph idx="1"/>
          </p:nvPr>
        </p:nvSpPr>
        <p:spPr>
          <a:xfrm>
            <a:off x="511835" y="1253135"/>
            <a:ext cx="10972800" cy="5031460"/>
          </a:xfrm>
        </p:spPr>
        <p:txBody>
          <a:bodyPr>
            <a:normAutofit/>
          </a:bodyPr>
          <a:lstStyle/>
          <a:p>
            <a:endParaRPr lang="pt-BR" dirty="0"/>
          </a:p>
          <a:p>
            <a:r>
              <a:rPr lang="pt-BR" dirty="0"/>
              <a:t>Por exemplo, se precisamos ter pelo menos 200 hosts em determinada rede, precisaremos usar bits suficientes na porção de host para poder representar pelo menos 200 combinações de bits distintas. </a:t>
            </a:r>
          </a:p>
          <a:p>
            <a:endParaRPr lang="pt-BR" dirty="0"/>
          </a:p>
          <a:p>
            <a:r>
              <a:rPr lang="pt-BR" dirty="0"/>
              <a:t>Para atribuir um endereço único a cada um dos 200 hosts, usaremos todo o último octeto. Com 8 bits, pode-se conseguir um total de 256 combinações de bits diferentes. Isso significa que os bits dos três primeiros octetos representariam a porção de rede. </a:t>
            </a:r>
          </a:p>
          <a:p>
            <a:endParaRPr lang="pt-BR" dirty="0"/>
          </a:p>
          <a:p>
            <a:endParaRPr lang="pt-BR" dirty="0"/>
          </a:p>
          <a:p>
            <a:endParaRPr lang="pt-BR" dirty="0"/>
          </a:p>
        </p:txBody>
      </p:sp>
    </p:spTree>
    <p:extLst>
      <p:ext uri="{BB962C8B-B14F-4D97-AF65-F5344CB8AC3E}">
        <p14:creationId xmlns:p14="http://schemas.microsoft.com/office/powerpoint/2010/main" val="25186612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dirty="0"/>
              <a:t>Endereços IPv4 - Porção de Rede e Host</a:t>
            </a:r>
          </a:p>
        </p:txBody>
      </p:sp>
      <p:sp>
        <p:nvSpPr>
          <p:cNvPr id="3" name="Espaço Reservado para Conteúdo 2"/>
          <p:cNvSpPr>
            <a:spLocks noGrp="1"/>
          </p:cNvSpPr>
          <p:nvPr>
            <p:ph idx="1"/>
          </p:nvPr>
        </p:nvSpPr>
        <p:spPr>
          <a:xfrm>
            <a:off x="609600" y="1094705"/>
            <a:ext cx="10972800" cy="5031460"/>
          </a:xfrm>
        </p:spPr>
        <p:txBody>
          <a:bodyPr>
            <a:normAutofit/>
          </a:bodyPr>
          <a:lstStyle/>
          <a:p>
            <a:endParaRPr lang="pt-BR" dirty="0"/>
          </a:p>
          <a:p>
            <a:endParaRPr lang="pt-BR" dirty="0"/>
          </a:p>
          <a:p>
            <a:endParaRPr lang="pt-BR" dirty="0"/>
          </a:p>
        </p:txBody>
      </p:sp>
      <p:pic>
        <p:nvPicPr>
          <p:cNvPr id="4" name="Imagem 3"/>
          <p:cNvPicPr>
            <a:picLocks noChangeAspect="1"/>
          </p:cNvPicPr>
          <p:nvPr/>
        </p:nvPicPr>
        <p:blipFill rotWithShape="1">
          <a:blip r:embed="rId2"/>
          <a:srcRect l="52343" t="46796" r="20437" b="35374"/>
          <a:stretch/>
        </p:blipFill>
        <p:spPr>
          <a:xfrm>
            <a:off x="420746" y="1706644"/>
            <a:ext cx="5834941" cy="2036926"/>
          </a:xfrm>
          <a:prstGeom prst="rect">
            <a:avLst/>
          </a:prstGeom>
        </p:spPr>
      </p:pic>
      <p:pic>
        <p:nvPicPr>
          <p:cNvPr id="5" name="Imagem 4"/>
          <p:cNvPicPr>
            <a:picLocks noChangeAspect="1"/>
          </p:cNvPicPr>
          <p:nvPr/>
        </p:nvPicPr>
        <p:blipFill rotWithShape="1">
          <a:blip r:embed="rId3"/>
          <a:srcRect l="52442" t="46796" r="20536" b="35745"/>
          <a:stretch/>
        </p:blipFill>
        <p:spPr>
          <a:xfrm>
            <a:off x="420745" y="3743570"/>
            <a:ext cx="5834941" cy="2009104"/>
          </a:xfrm>
          <a:prstGeom prst="rect">
            <a:avLst/>
          </a:prstGeom>
        </p:spPr>
      </p:pic>
      <p:pic>
        <p:nvPicPr>
          <p:cNvPr id="6" name="Imagem 5"/>
          <p:cNvPicPr>
            <a:picLocks noChangeAspect="1"/>
          </p:cNvPicPr>
          <p:nvPr/>
        </p:nvPicPr>
        <p:blipFill rotWithShape="1">
          <a:blip r:embed="rId4"/>
          <a:srcRect l="52244" t="46425" r="20536" b="35188"/>
          <a:stretch/>
        </p:blipFill>
        <p:spPr>
          <a:xfrm>
            <a:off x="6255686" y="2595096"/>
            <a:ext cx="5640774" cy="2030678"/>
          </a:xfrm>
          <a:prstGeom prst="rect">
            <a:avLst/>
          </a:prstGeom>
        </p:spPr>
      </p:pic>
    </p:spTree>
    <p:extLst>
      <p:ext uri="{BB962C8B-B14F-4D97-AF65-F5344CB8AC3E}">
        <p14:creationId xmlns:p14="http://schemas.microsoft.com/office/powerpoint/2010/main" val="18678968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09600" y="952854"/>
            <a:ext cx="11029616" cy="1013800"/>
          </a:xfrm>
        </p:spPr>
        <p:txBody>
          <a:bodyPr>
            <a:normAutofit fontScale="90000"/>
          </a:bodyPr>
          <a:lstStyle/>
          <a:p>
            <a:r>
              <a:rPr lang="pt-BR" dirty="0"/>
              <a:t>Endereços IPv4 - converter um endereço binário para um endereço decimal.</a:t>
            </a:r>
            <a:br>
              <a:rPr lang="pt-BR" dirty="0"/>
            </a:br>
            <a:endParaRPr lang="pt-BR" dirty="0"/>
          </a:p>
        </p:txBody>
      </p:sp>
      <p:sp>
        <p:nvSpPr>
          <p:cNvPr id="3" name="Espaço Reservado para Conteúdo 2"/>
          <p:cNvSpPr>
            <a:spLocks noGrp="1"/>
          </p:cNvSpPr>
          <p:nvPr>
            <p:ph idx="1"/>
          </p:nvPr>
        </p:nvSpPr>
        <p:spPr>
          <a:xfrm>
            <a:off x="609600" y="1094705"/>
            <a:ext cx="10972800" cy="5031460"/>
          </a:xfrm>
        </p:spPr>
        <p:txBody>
          <a:bodyPr>
            <a:normAutofit/>
          </a:bodyPr>
          <a:lstStyle/>
          <a:p>
            <a:endParaRPr lang="pt-BR" dirty="0"/>
          </a:p>
          <a:p>
            <a:endParaRPr lang="pt-BR" dirty="0"/>
          </a:p>
          <a:p>
            <a:endParaRPr lang="pt-BR" dirty="0"/>
          </a:p>
        </p:txBody>
      </p:sp>
      <p:sp>
        <p:nvSpPr>
          <p:cNvPr id="7" name="Retângulo 6"/>
          <p:cNvSpPr/>
          <p:nvPr/>
        </p:nvSpPr>
        <p:spPr>
          <a:xfrm>
            <a:off x="366488" y="2174588"/>
            <a:ext cx="4502983" cy="4093428"/>
          </a:xfrm>
          <a:prstGeom prst="rect">
            <a:avLst/>
          </a:prstGeom>
        </p:spPr>
        <p:txBody>
          <a:bodyPr wrap="square">
            <a:spAutoFit/>
          </a:bodyPr>
          <a:lstStyle/>
          <a:p>
            <a:r>
              <a:rPr lang="pt-BR" sz="2000" dirty="0"/>
              <a:t>Para converter o número binário </a:t>
            </a:r>
          </a:p>
          <a:p>
            <a:endParaRPr lang="pt-BR" sz="2000" dirty="0"/>
          </a:p>
          <a:p>
            <a:r>
              <a:rPr lang="pt-BR" sz="2000" dirty="0"/>
              <a:t>10101100000100000000010000010100</a:t>
            </a:r>
          </a:p>
          <a:p>
            <a:endParaRPr lang="pt-BR" sz="2000" dirty="0"/>
          </a:p>
          <a:p>
            <a:r>
              <a:rPr lang="pt-BR" sz="2000" dirty="0"/>
              <a:t>Em decimal pontuado: </a:t>
            </a:r>
          </a:p>
          <a:p>
            <a:endParaRPr lang="pt-BR" sz="2000" dirty="0"/>
          </a:p>
          <a:p>
            <a:r>
              <a:rPr lang="pt-BR" sz="2000" dirty="0"/>
              <a:t>172.16.4.20</a:t>
            </a:r>
          </a:p>
          <a:p>
            <a:endParaRPr lang="pt-BR" sz="2000" dirty="0"/>
          </a:p>
          <a:p>
            <a:r>
              <a:rPr lang="pt-BR" sz="2000" dirty="0"/>
              <a:t>Tenha em mente estes passos:</a:t>
            </a:r>
          </a:p>
          <a:p>
            <a:pPr marL="285750" indent="-285750">
              <a:buFont typeface="Arial" panose="020B0604020202020204" pitchFamily="34" charset="0"/>
              <a:buChar char="•"/>
            </a:pPr>
            <a:r>
              <a:rPr lang="pt-BR" sz="2000" dirty="0"/>
              <a:t>Divida os 32 bits em 4 octetos.</a:t>
            </a:r>
          </a:p>
          <a:p>
            <a:pPr marL="285750" indent="-285750">
              <a:buFont typeface="Arial" panose="020B0604020202020204" pitchFamily="34" charset="0"/>
              <a:buChar char="•"/>
            </a:pPr>
            <a:r>
              <a:rPr lang="pt-BR" sz="2000" dirty="0"/>
              <a:t>Converta cada octeto para decimal.</a:t>
            </a:r>
          </a:p>
          <a:p>
            <a:pPr marL="285750" indent="-285750">
              <a:buFont typeface="Arial" panose="020B0604020202020204" pitchFamily="34" charset="0"/>
              <a:buChar char="•"/>
            </a:pPr>
            <a:r>
              <a:rPr lang="pt-BR" sz="2000" dirty="0"/>
              <a:t>Acrescente um "ponto" entre cada decimal.</a:t>
            </a:r>
          </a:p>
        </p:txBody>
      </p:sp>
      <p:pic>
        <p:nvPicPr>
          <p:cNvPr id="8" name="Imagem 7"/>
          <p:cNvPicPr>
            <a:picLocks noChangeAspect="1"/>
          </p:cNvPicPr>
          <p:nvPr/>
        </p:nvPicPr>
        <p:blipFill rotWithShape="1">
          <a:blip r:embed="rId2"/>
          <a:srcRect l="46898" t="28595" r="12221" b="18287"/>
          <a:stretch/>
        </p:blipFill>
        <p:spPr>
          <a:xfrm>
            <a:off x="4926287" y="1826540"/>
            <a:ext cx="7265713" cy="5031460"/>
          </a:xfrm>
          <a:prstGeom prst="rect">
            <a:avLst/>
          </a:prstGeom>
        </p:spPr>
      </p:pic>
    </p:spTree>
    <p:extLst>
      <p:ext uri="{BB962C8B-B14F-4D97-AF65-F5344CB8AC3E}">
        <p14:creationId xmlns:p14="http://schemas.microsoft.com/office/powerpoint/2010/main" val="34489605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BR" dirty="0"/>
              <a:t>Endereços IPv4 - tipos de endereço</a:t>
            </a:r>
          </a:p>
        </p:txBody>
      </p:sp>
      <p:sp>
        <p:nvSpPr>
          <p:cNvPr id="3" name="Espaço Reservado para Conteúdo 2"/>
          <p:cNvSpPr>
            <a:spLocks noGrp="1"/>
          </p:cNvSpPr>
          <p:nvPr>
            <p:ph idx="1"/>
          </p:nvPr>
        </p:nvSpPr>
        <p:spPr>
          <a:xfrm>
            <a:off x="609600" y="1243173"/>
            <a:ext cx="10972800" cy="5328224"/>
          </a:xfrm>
        </p:spPr>
        <p:txBody>
          <a:bodyPr>
            <a:normAutofit fontScale="40000" lnSpcReduction="20000"/>
          </a:bodyPr>
          <a:lstStyle/>
          <a:p>
            <a:endParaRPr lang="pt-BR" dirty="0"/>
          </a:p>
          <a:p>
            <a:r>
              <a:rPr lang="pt-BR" sz="4400" dirty="0"/>
              <a:t>Endereço de rede - O endereço pelo qual nos referimos à rede:</a:t>
            </a:r>
          </a:p>
          <a:p>
            <a:pPr lvl="1"/>
            <a:r>
              <a:rPr lang="pt-BR" sz="3300" dirty="0"/>
              <a:t>O endereço de rede é um modo padrão de se referir a uma rede. Por exemplo, poderíamos chamar a rede mostrada na figura como a "rede 10.0.0.0". Esse é um modo muito mais conveniente e descritivo de se referir à rede do que usar um termo como "a primeira rede". Todos os hosts na rede 10.0.0.0 terão os mesmos bits de rede. </a:t>
            </a:r>
          </a:p>
          <a:p>
            <a:pPr lvl="1"/>
            <a:r>
              <a:rPr lang="pt-BR" sz="3300" dirty="0"/>
              <a:t>Dentro do intervalo de endereços IPv4 de uma rede, o primeiro endereço é reservado para o endereço de rede</a:t>
            </a:r>
          </a:p>
          <a:p>
            <a:pPr lvl="1"/>
            <a:endParaRPr lang="pt-BR" sz="3300" dirty="0"/>
          </a:p>
          <a:p>
            <a:r>
              <a:rPr lang="pt-BR" sz="4400" dirty="0"/>
              <a:t>Endereço de broadcast - Endereço especial usado para enviar dados a todos os hosts da rede</a:t>
            </a:r>
          </a:p>
          <a:p>
            <a:pPr lvl="1"/>
            <a:r>
              <a:rPr lang="pt-BR" sz="3300" dirty="0"/>
              <a:t>O endereço de broadcast IPv4 é um endereço especial para cada rede, que permite comunicação a todos os hosts naquela rede. Para enviar dados para todos os hosts em uma rede, um host pode enviar um único pacote que é endereçado para o endereço de broadcast da rede. </a:t>
            </a:r>
          </a:p>
          <a:p>
            <a:pPr lvl="1"/>
            <a:r>
              <a:rPr lang="pt-BR" sz="3300" dirty="0"/>
              <a:t>O endereço de broadcast usa o último endereço do intervalo da rede. Esse é o endereço no qual os bits da porção de host são todos 1s. Para a rede 10.0.0.0 com 24 bits de rede, o endereço de broadcast seria 10.0.0.255. Esse endereço também é chamado de broadcast direcionado. </a:t>
            </a:r>
          </a:p>
          <a:p>
            <a:pPr lvl="1"/>
            <a:endParaRPr lang="pt-BR" sz="3300" dirty="0"/>
          </a:p>
          <a:p>
            <a:r>
              <a:rPr lang="pt-BR" sz="4400" dirty="0"/>
              <a:t>Endereços de host - Os endereços designados aos dispositivos finais da rede</a:t>
            </a:r>
          </a:p>
          <a:p>
            <a:r>
              <a:rPr lang="pt-BR" sz="4400" dirty="0"/>
              <a:t>Todo dispositivo final precisa de um endereço único para encaminhar um pacote para um host. Nos endereços IPv4, atribuímos os valores entre o endereço de rede e o de broadcast para os dispositivos naquela rede. </a:t>
            </a:r>
          </a:p>
        </p:txBody>
      </p:sp>
    </p:spTree>
    <p:extLst>
      <p:ext uri="{BB962C8B-B14F-4D97-AF65-F5344CB8AC3E}">
        <p14:creationId xmlns:p14="http://schemas.microsoft.com/office/powerpoint/2010/main" val="29797331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517584" y="353683"/>
            <a:ext cx="11162581" cy="827845"/>
          </a:xfrm>
        </p:spPr>
        <p:txBody>
          <a:bodyPr>
            <a:normAutofit/>
          </a:bodyPr>
          <a:lstStyle/>
          <a:p>
            <a:r>
              <a:rPr lang="pt-BR" dirty="0"/>
              <a:t>Endereços IPv4 - tipos de endereço</a:t>
            </a:r>
          </a:p>
        </p:txBody>
      </p:sp>
      <p:pic>
        <p:nvPicPr>
          <p:cNvPr id="4" name="Espaço Reservado para Conteúdo 3"/>
          <p:cNvPicPr>
            <a:picLocks noGrp="1" noChangeAspect="1"/>
          </p:cNvPicPr>
          <p:nvPr>
            <p:ph idx="1"/>
          </p:nvPr>
        </p:nvPicPr>
        <p:blipFill rotWithShape="1">
          <a:blip r:embed="rId2"/>
          <a:srcRect l="46135" t="32243" r="12526" b="17581"/>
          <a:stretch/>
        </p:blipFill>
        <p:spPr>
          <a:xfrm>
            <a:off x="2570671" y="1867842"/>
            <a:ext cx="7855069" cy="4990158"/>
          </a:xfrm>
          <a:prstGeom prst="rect">
            <a:avLst/>
          </a:prstGeom>
        </p:spPr>
      </p:pic>
    </p:spTree>
    <p:extLst>
      <p:ext uri="{BB962C8B-B14F-4D97-AF65-F5344CB8AC3E}">
        <p14:creationId xmlns:p14="http://schemas.microsoft.com/office/powerpoint/2010/main" val="16407901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517584" y="353684"/>
            <a:ext cx="11162581" cy="928226"/>
          </a:xfrm>
        </p:spPr>
        <p:txBody>
          <a:bodyPr>
            <a:normAutofit/>
          </a:bodyPr>
          <a:lstStyle/>
          <a:p>
            <a:r>
              <a:rPr lang="pt-BR" dirty="0"/>
              <a:t>Endereços IPv4 - tipos de endereço</a:t>
            </a:r>
          </a:p>
        </p:txBody>
      </p:sp>
      <p:pic>
        <p:nvPicPr>
          <p:cNvPr id="5" name="Espaço Reservado para Conteúdo 4"/>
          <p:cNvPicPr>
            <a:picLocks noGrp="1" noChangeAspect="1"/>
          </p:cNvPicPr>
          <p:nvPr>
            <p:ph idx="1"/>
          </p:nvPr>
        </p:nvPicPr>
        <p:blipFill rotWithShape="1">
          <a:blip r:embed="rId2"/>
          <a:srcRect l="46158" t="28953" r="13351" b="18689"/>
          <a:stretch/>
        </p:blipFill>
        <p:spPr>
          <a:xfrm>
            <a:off x="2797691" y="1810135"/>
            <a:ext cx="7225987" cy="4979708"/>
          </a:xfrm>
          <a:prstGeom prst="rect">
            <a:avLst/>
          </a:prstGeom>
        </p:spPr>
      </p:pic>
    </p:spTree>
    <p:extLst>
      <p:ext uri="{BB962C8B-B14F-4D97-AF65-F5344CB8AC3E}">
        <p14:creationId xmlns:p14="http://schemas.microsoft.com/office/powerpoint/2010/main" val="37499410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517584" y="353683"/>
            <a:ext cx="11162581" cy="694281"/>
          </a:xfrm>
        </p:spPr>
        <p:txBody>
          <a:bodyPr>
            <a:normAutofit/>
          </a:bodyPr>
          <a:lstStyle/>
          <a:p>
            <a:r>
              <a:rPr lang="pt-BR" dirty="0"/>
              <a:t>Endereços IPv4 - tipos de endereço</a:t>
            </a:r>
          </a:p>
        </p:txBody>
      </p:sp>
      <p:pic>
        <p:nvPicPr>
          <p:cNvPr id="4" name="Espaço Reservado para Conteúdo 3"/>
          <p:cNvPicPr>
            <a:picLocks noGrp="1" noChangeAspect="1"/>
          </p:cNvPicPr>
          <p:nvPr>
            <p:ph idx="1"/>
          </p:nvPr>
        </p:nvPicPr>
        <p:blipFill rotWithShape="1">
          <a:blip r:embed="rId2"/>
          <a:srcRect l="45855" t="28953" r="13350" b="18689"/>
          <a:stretch/>
        </p:blipFill>
        <p:spPr>
          <a:xfrm>
            <a:off x="2507480" y="1816971"/>
            <a:ext cx="7369766" cy="5041029"/>
          </a:xfrm>
          <a:prstGeom prst="rect">
            <a:avLst/>
          </a:prstGeom>
        </p:spPr>
      </p:pic>
    </p:spTree>
    <p:extLst>
      <p:ext uri="{BB962C8B-B14F-4D97-AF65-F5344CB8AC3E}">
        <p14:creationId xmlns:p14="http://schemas.microsoft.com/office/powerpoint/2010/main" val="30411536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517584" y="353683"/>
            <a:ext cx="11162581" cy="1010665"/>
          </a:xfrm>
        </p:spPr>
        <p:txBody>
          <a:bodyPr>
            <a:normAutofit/>
          </a:bodyPr>
          <a:lstStyle/>
          <a:p>
            <a:r>
              <a:rPr lang="pt-BR" dirty="0"/>
              <a:t>Endereços IPv4 - Prefixos de Rede</a:t>
            </a:r>
          </a:p>
        </p:txBody>
      </p:sp>
      <p:sp>
        <p:nvSpPr>
          <p:cNvPr id="3" name="Espaço Reservado para Conteúdo 2"/>
          <p:cNvSpPr>
            <a:spLocks noGrp="1"/>
          </p:cNvSpPr>
          <p:nvPr>
            <p:ph idx="1"/>
          </p:nvPr>
        </p:nvSpPr>
        <p:spPr>
          <a:xfrm>
            <a:off x="609600" y="1282155"/>
            <a:ext cx="10972800" cy="4979944"/>
          </a:xfrm>
        </p:spPr>
        <p:txBody>
          <a:bodyPr>
            <a:normAutofit/>
          </a:bodyPr>
          <a:lstStyle/>
          <a:p>
            <a:r>
              <a:rPr lang="pt-BR" dirty="0"/>
              <a:t>Uma pergunta importante é: Como sabemos quantos bits representam a porção de rede e quantos bits representam a porção de host? Quando expressamos um endereço de rede IPv4, acrescentamos um tamanho de prefixo ao endereço de rede. O tamanho do prefixo é o número de bits no endereço que nos dá a porção de rede. Por exemplo, em 172.16.4.0 /24, o /24 é o tamanho do prefixo - ele nos diz que os primeiros 24 bits são o endereço de rede. Isso deixa os 8 bits restantes, o último octeto, como porção de host. </a:t>
            </a:r>
          </a:p>
          <a:p>
            <a:r>
              <a:rPr lang="pt-BR" dirty="0"/>
              <a:t>Outra entidade que é usada para especificar a porção de rede de um endereço IPv4 para os dispositivos de rede. É chamada de máscara de </a:t>
            </a:r>
            <a:r>
              <a:rPr lang="pt-BR" dirty="0" err="1"/>
              <a:t>sub-rede</a:t>
            </a:r>
            <a:r>
              <a:rPr lang="pt-BR" dirty="0"/>
              <a:t>. A máscara de </a:t>
            </a:r>
            <a:r>
              <a:rPr lang="pt-BR" dirty="0" err="1"/>
              <a:t>sub-rede</a:t>
            </a:r>
            <a:r>
              <a:rPr lang="pt-BR" dirty="0"/>
              <a:t> consiste em 32 bits, exatamente como o endereço, e usa 1s e 0s para indicar que bits do endereço são bits de rede e que bits são bits de host.</a:t>
            </a:r>
          </a:p>
          <a:p>
            <a:r>
              <a:rPr lang="pt-BR" dirty="0"/>
              <a:t>Nem sempre se designa um prefixo /24 às redes. Dependendo do número de hosts na rede, o prefixo designado pode ser diferente. Ter um número de prefixo diferente muda o intervalo de host (de endereços válidos) e o endereço de broadcast de cada rede.</a:t>
            </a:r>
          </a:p>
        </p:txBody>
      </p:sp>
    </p:spTree>
    <p:extLst>
      <p:ext uri="{BB962C8B-B14F-4D97-AF65-F5344CB8AC3E}">
        <p14:creationId xmlns:p14="http://schemas.microsoft.com/office/powerpoint/2010/main" val="11533156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BR" dirty="0"/>
              <a:t>Endereços IPv4 - Prefixos de Rede</a:t>
            </a:r>
          </a:p>
        </p:txBody>
      </p:sp>
      <p:pic>
        <p:nvPicPr>
          <p:cNvPr id="4" name="Espaço Reservado para Conteúdo 3"/>
          <p:cNvPicPr>
            <a:picLocks noGrp="1" noChangeAspect="1"/>
          </p:cNvPicPr>
          <p:nvPr>
            <p:ph idx="1"/>
          </p:nvPr>
        </p:nvPicPr>
        <p:blipFill rotWithShape="1">
          <a:blip r:embed="rId2"/>
          <a:srcRect l="43823" t="27564" r="10885" b="41643"/>
          <a:stretch/>
        </p:blipFill>
        <p:spPr>
          <a:xfrm>
            <a:off x="393150" y="2102199"/>
            <a:ext cx="11405699" cy="4130516"/>
          </a:xfrm>
          <a:prstGeom prst="rect">
            <a:avLst/>
          </a:prstGeom>
        </p:spPr>
      </p:pic>
    </p:spTree>
    <p:extLst>
      <p:ext uri="{BB962C8B-B14F-4D97-AF65-F5344CB8AC3E}">
        <p14:creationId xmlns:p14="http://schemas.microsoft.com/office/powerpoint/2010/main" val="25530684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517584" y="353683"/>
            <a:ext cx="11162581" cy="797023"/>
          </a:xfrm>
        </p:spPr>
        <p:txBody>
          <a:bodyPr>
            <a:normAutofit/>
          </a:bodyPr>
          <a:lstStyle/>
          <a:p>
            <a:r>
              <a:rPr lang="pt-BR" dirty="0"/>
              <a:t>Endereços IPv4 - Prefixos de Rede</a:t>
            </a:r>
          </a:p>
        </p:txBody>
      </p:sp>
      <p:pic>
        <p:nvPicPr>
          <p:cNvPr id="5" name="Espaço Reservado para Conteúdo 4"/>
          <p:cNvPicPr>
            <a:picLocks noGrp="1" noChangeAspect="1"/>
          </p:cNvPicPr>
          <p:nvPr>
            <p:ph idx="1"/>
          </p:nvPr>
        </p:nvPicPr>
        <p:blipFill rotWithShape="1">
          <a:blip r:embed="rId2"/>
          <a:srcRect l="45552" t="27816" r="12289" b="24638"/>
          <a:stretch/>
        </p:blipFill>
        <p:spPr>
          <a:xfrm>
            <a:off x="2037857" y="1830504"/>
            <a:ext cx="8364575" cy="5027495"/>
          </a:xfrm>
          <a:prstGeom prst="rect">
            <a:avLst/>
          </a:prstGeom>
        </p:spPr>
      </p:pic>
    </p:spTree>
    <p:extLst>
      <p:ext uri="{BB962C8B-B14F-4D97-AF65-F5344CB8AC3E}">
        <p14:creationId xmlns:p14="http://schemas.microsoft.com/office/powerpoint/2010/main" val="11503692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517584" y="353684"/>
            <a:ext cx="11162581" cy="776474"/>
          </a:xfrm>
        </p:spPr>
        <p:txBody>
          <a:bodyPr>
            <a:normAutofit/>
          </a:bodyPr>
          <a:lstStyle/>
          <a:p>
            <a:r>
              <a:rPr lang="pt-BR" dirty="0"/>
              <a:t>Endereços IPv4 - Prefixos de Rede</a:t>
            </a:r>
          </a:p>
        </p:txBody>
      </p:sp>
      <p:pic>
        <p:nvPicPr>
          <p:cNvPr id="4" name="Espaço Reservado para Conteúdo 3"/>
          <p:cNvPicPr>
            <a:picLocks noGrp="1" noChangeAspect="1"/>
          </p:cNvPicPr>
          <p:nvPr>
            <p:ph idx="1"/>
          </p:nvPr>
        </p:nvPicPr>
        <p:blipFill rotWithShape="1">
          <a:blip r:embed="rId2"/>
          <a:srcRect l="45400" t="27816" r="12440" b="25048"/>
          <a:stretch/>
        </p:blipFill>
        <p:spPr>
          <a:xfrm>
            <a:off x="1750330" y="1867509"/>
            <a:ext cx="8375287" cy="4990491"/>
          </a:xfrm>
          <a:prstGeom prst="rect">
            <a:avLst/>
          </a:prstGeom>
        </p:spPr>
      </p:pic>
    </p:spTree>
    <p:extLst>
      <p:ext uri="{BB962C8B-B14F-4D97-AF65-F5344CB8AC3E}">
        <p14:creationId xmlns:p14="http://schemas.microsoft.com/office/powerpoint/2010/main" val="24959070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517584" y="353683"/>
            <a:ext cx="11162581" cy="1366475"/>
          </a:xfrm>
        </p:spPr>
        <p:txBody>
          <a:bodyPr>
            <a:normAutofit/>
          </a:bodyPr>
          <a:lstStyle/>
          <a:p>
            <a:r>
              <a:rPr lang="pt-BR" dirty="0"/>
              <a:t>Endereços IPv4 – Cálculos de Endereço de Host, Rede e Broadcast</a:t>
            </a:r>
          </a:p>
        </p:txBody>
      </p:sp>
      <p:sp>
        <p:nvSpPr>
          <p:cNvPr id="3" name="Espaço Reservado para Conteúdo 2"/>
          <p:cNvSpPr>
            <a:spLocks noGrp="1"/>
          </p:cNvSpPr>
          <p:nvPr>
            <p:ph idx="1"/>
          </p:nvPr>
        </p:nvSpPr>
        <p:spPr/>
        <p:txBody>
          <a:bodyPr>
            <a:normAutofit/>
          </a:bodyPr>
          <a:lstStyle/>
          <a:p>
            <a:r>
              <a:rPr lang="pt-BR" dirty="0"/>
              <a:t>Como calculamos esses endereços? Esse processo de cálculo exige que olhemos esses endereços como binários. </a:t>
            </a:r>
          </a:p>
          <a:p>
            <a:endParaRPr lang="pt-BR" dirty="0"/>
          </a:p>
          <a:p>
            <a:r>
              <a:rPr lang="pt-BR" dirty="0"/>
              <a:t>No exemplo de divisões de rede, precisamos olhar o octeto do endereço onde o prefixo divide a porção de rede da porção de host. Em todos esses exemplos, é o último octeto. Embora seja comum, o prefixo também pode dividir qualquer octeto. </a:t>
            </a:r>
          </a:p>
          <a:p>
            <a:endParaRPr lang="pt-BR" dirty="0"/>
          </a:p>
          <a:p>
            <a:r>
              <a:rPr lang="pt-BR" dirty="0"/>
              <a:t>Para começar a entender esse processo de determinar as atribuições de endereços, vamos transformar alguns exemplos em binários. </a:t>
            </a:r>
          </a:p>
        </p:txBody>
      </p:sp>
    </p:spTree>
    <p:extLst>
      <p:ext uri="{BB962C8B-B14F-4D97-AF65-F5344CB8AC3E}">
        <p14:creationId xmlns:p14="http://schemas.microsoft.com/office/powerpoint/2010/main" val="14597839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394294" y="603795"/>
            <a:ext cx="11162581" cy="981957"/>
          </a:xfrm>
        </p:spPr>
        <p:txBody>
          <a:bodyPr>
            <a:normAutofit/>
          </a:bodyPr>
          <a:lstStyle/>
          <a:p>
            <a:r>
              <a:rPr lang="pt-BR" dirty="0"/>
              <a:t>Endereços IPv4 – Cálculos de Endereço de Host, Rede e Broadcast</a:t>
            </a:r>
          </a:p>
        </p:txBody>
      </p:sp>
      <p:sp>
        <p:nvSpPr>
          <p:cNvPr id="3" name="Espaço Reservado para Conteúdo 2"/>
          <p:cNvSpPr>
            <a:spLocks noGrp="1"/>
          </p:cNvSpPr>
          <p:nvPr>
            <p:ph idx="1"/>
          </p:nvPr>
        </p:nvSpPr>
        <p:spPr>
          <a:xfrm>
            <a:off x="514709" y="1585752"/>
            <a:ext cx="11162581" cy="1438105"/>
          </a:xfrm>
        </p:spPr>
        <p:txBody>
          <a:bodyPr>
            <a:normAutofit/>
          </a:bodyPr>
          <a:lstStyle/>
          <a:p>
            <a:r>
              <a:rPr lang="pt-BR" sz="2400" dirty="0"/>
              <a:t>Veja na figura um exemplo de atribuição de endereço para a rede 172.16.20.0 /25:</a:t>
            </a:r>
          </a:p>
          <a:p>
            <a:endParaRPr lang="pt-BR" dirty="0"/>
          </a:p>
        </p:txBody>
      </p:sp>
      <p:pic>
        <p:nvPicPr>
          <p:cNvPr id="4" name="Imagem 3"/>
          <p:cNvPicPr>
            <a:picLocks noChangeAspect="1"/>
          </p:cNvPicPr>
          <p:nvPr/>
        </p:nvPicPr>
        <p:blipFill rotWithShape="1">
          <a:blip r:embed="rId2"/>
          <a:srcRect l="46502" t="35281" r="12420" b="26644"/>
          <a:stretch/>
        </p:blipFill>
        <p:spPr>
          <a:xfrm>
            <a:off x="1805795" y="2361729"/>
            <a:ext cx="8580407" cy="4238515"/>
          </a:xfrm>
          <a:prstGeom prst="rect">
            <a:avLst/>
          </a:prstGeom>
        </p:spPr>
      </p:pic>
    </p:spTree>
    <p:extLst>
      <p:ext uri="{BB962C8B-B14F-4D97-AF65-F5344CB8AC3E}">
        <p14:creationId xmlns:p14="http://schemas.microsoft.com/office/powerpoint/2010/main" val="37015114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pt-BR" dirty="0"/>
              <a:t>Endereços IPv4 – Cálculos de Endereço de Host, Rede e Broadcast</a:t>
            </a:r>
          </a:p>
        </p:txBody>
      </p:sp>
      <p:sp>
        <p:nvSpPr>
          <p:cNvPr id="3" name="Espaço Reservado para Conteúdo 2"/>
          <p:cNvSpPr>
            <a:spLocks noGrp="1"/>
          </p:cNvSpPr>
          <p:nvPr>
            <p:ph idx="1"/>
          </p:nvPr>
        </p:nvSpPr>
        <p:spPr/>
        <p:txBody>
          <a:bodyPr>
            <a:normAutofit fontScale="92500" lnSpcReduction="20000"/>
          </a:bodyPr>
          <a:lstStyle/>
          <a:p>
            <a:r>
              <a:rPr lang="pt-BR" sz="1800" dirty="0"/>
              <a:t>Vimos a representação do endereço de rede. Com um prefixo de 25 bits, os últimos 7 bits são os bits de host. Para representar o endereço de rede, todos esse bits de host são bits '0'. Isso faz com que o último octeto do endereço seja 0. O endereço de rede fica assim: 172.16.20.0 /25.</a:t>
            </a:r>
          </a:p>
          <a:p>
            <a:r>
              <a:rPr lang="pt-BR" sz="1800" dirty="0"/>
              <a:t>No segundo quadro, vemos o cálculo do primeiro endereço de host. Ele é sempre um valor acima do endereço de rede. Nesse caso, o último dos sete bits de host se torna um bit '1'. Com o bit menos significativo de endereço de host configurado para 1, o primeiro endereço de host ou endereço válido é 172.16.20.1.</a:t>
            </a:r>
          </a:p>
          <a:p>
            <a:r>
              <a:rPr lang="pt-BR" sz="1800" dirty="0"/>
              <a:t>O terceiro quadro mostra o cálculo do endereço de broadcast da rede. Portanto, todos os sete bits de host usados nessa rede são '1s'. Pelo cálculo, obtemos o valor 127 para o último octeto. Isso nos deixa com um endereço de broadcast 172.16.20.127.</a:t>
            </a:r>
          </a:p>
          <a:p>
            <a:r>
              <a:rPr lang="pt-BR" sz="1800" dirty="0"/>
              <a:t>O quarto quadro mostra o cálculo do último endereço de host ou endereço válido. O último endereço de host de uma rede é sempre um a menos que o de broadcast. Isso significa que o bit menos significativo de host é um bit '0' e todos os outros bits de host são bits '1'. Como já visto, isso torna o último endereço de host da rede igual a 172.16.20.126.</a:t>
            </a:r>
          </a:p>
          <a:p>
            <a:r>
              <a:rPr lang="pt-BR" sz="1800" dirty="0"/>
              <a:t>Embora para esse exemplo tenhamos expandido todos os octetos, só precisamos examinar o conteúdo do octeto dividido.</a:t>
            </a:r>
          </a:p>
        </p:txBody>
      </p:sp>
    </p:spTree>
    <p:extLst>
      <p:ext uri="{BB962C8B-B14F-4D97-AF65-F5344CB8AC3E}">
        <p14:creationId xmlns:p14="http://schemas.microsoft.com/office/powerpoint/2010/main" val="32746294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09600" y="775321"/>
            <a:ext cx="10972800" cy="652641"/>
          </a:xfrm>
        </p:spPr>
        <p:txBody>
          <a:bodyPr>
            <a:normAutofit/>
          </a:bodyPr>
          <a:lstStyle/>
          <a:p>
            <a:r>
              <a:rPr lang="pt-BR" dirty="0"/>
              <a:t>Endereços IPv4 – Histórico de Endereçamento</a:t>
            </a:r>
          </a:p>
        </p:txBody>
      </p:sp>
      <p:sp>
        <p:nvSpPr>
          <p:cNvPr id="3" name="Retângulo 2"/>
          <p:cNvSpPr/>
          <p:nvPr/>
        </p:nvSpPr>
        <p:spPr>
          <a:xfrm>
            <a:off x="330558" y="1276004"/>
            <a:ext cx="11861442" cy="584775"/>
          </a:xfrm>
          <a:prstGeom prst="rect">
            <a:avLst/>
          </a:prstGeom>
        </p:spPr>
        <p:txBody>
          <a:bodyPr wrap="square">
            <a:spAutoFit/>
          </a:bodyPr>
          <a:lstStyle/>
          <a:p>
            <a:endParaRPr lang="pt-BR" sz="3200" dirty="0"/>
          </a:p>
        </p:txBody>
      </p:sp>
      <p:sp>
        <p:nvSpPr>
          <p:cNvPr id="4" name="Retângulo 3"/>
          <p:cNvSpPr/>
          <p:nvPr/>
        </p:nvSpPr>
        <p:spPr>
          <a:xfrm>
            <a:off x="272603" y="927279"/>
            <a:ext cx="11646794" cy="830997"/>
          </a:xfrm>
          <a:prstGeom prst="rect">
            <a:avLst/>
          </a:prstGeom>
        </p:spPr>
        <p:txBody>
          <a:bodyPr wrap="square">
            <a:spAutoFit/>
          </a:bodyPr>
          <a:lstStyle/>
          <a:p>
            <a:endParaRPr lang="pt-BR" sz="2400" dirty="0"/>
          </a:p>
          <a:p>
            <a:endParaRPr lang="pt-BR" sz="2400" dirty="0"/>
          </a:p>
        </p:txBody>
      </p:sp>
      <p:sp>
        <p:nvSpPr>
          <p:cNvPr id="6" name="Retângulo 5"/>
          <p:cNvSpPr/>
          <p:nvPr/>
        </p:nvSpPr>
        <p:spPr>
          <a:xfrm>
            <a:off x="476518" y="2107001"/>
            <a:ext cx="11569521" cy="3785652"/>
          </a:xfrm>
          <a:prstGeom prst="rect">
            <a:avLst/>
          </a:prstGeom>
        </p:spPr>
        <p:txBody>
          <a:bodyPr wrap="square">
            <a:spAutoFit/>
          </a:bodyPr>
          <a:lstStyle/>
          <a:p>
            <a:r>
              <a:rPr lang="pt-BR" sz="2400" dirty="0"/>
              <a:t>Classes Históricas de Rede:</a:t>
            </a:r>
          </a:p>
          <a:p>
            <a:endParaRPr lang="pt-BR" sz="2400" dirty="0"/>
          </a:p>
          <a:p>
            <a:pPr marL="342900" indent="-342900">
              <a:buFont typeface="Arial" panose="020B0604020202020204" pitchFamily="34" charset="0"/>
              <a:buChar char="•"/>
            </a:pPr>
            <a:r>
              <a:rPr lang="pt-BR" sz="2400" dirty="0"/>
              <a:t>Historicamente, RFC1700 agrupava os intervalos </a:t>
            </a:r>
            <a:r>
              <a:rPr lang="pt-BR" sz="2400" dirty="0" err="1"/>
              <a:t>unicast</a:t>
            </a:r>
            <a:r>
              <a:rPr lang="pt-BR" sz="2400" dirty="0"/>
              <a:t> em tamanhos específicos chamados endereços classe A, classe B e classe C. Também definia os endereços de classe D (</a:t>
            </a:r>
            <a:r>
              <a:rPr lang="pt-BR" sz="2400" dirty="0" err="1"/>
              <a:t>multicast</a:t>
            </a:r>
            <a:r>
              <a:rPr lang="pt-BR" sz="2400" dirty="0"/>
              <a:t>) e classe E (experimental)</a:t>
            </a:r>
          </a:p>
          <a:p>
            <a:pPr marL="342900" indent="-342900">
              <a:buFont typeface="Arial" panose="020B0604020202020204" pitchFamily="34" charset="0"/>
              <a:buChar char="•"/>
            </a:pPr>
            <a:endParaRPr lang="pt-BR" sz="2400" dirty="0"/>
          </a:p>
          <a:p>
            <a:pPr marL="342900" indent="-342900">
              <a:buFont typeface="Arial" panose="020B0604020202020204" pitchFamily="34" charset="0"/>
              <a:buChar char="•"/>
            </a:pPr>
            <a:r>
              <a:rPr lang="pt-BR" sz="2400" dirty="0"/>
              <a:t>Os endereços </a:t>
            </a:r>
            <a:r>
              <a:rPr lang="pt-BR" sz="2400" dirty="0" err="1"/>
              <a:t>unicast</a:t>
            </a:r>
            <a:r>
              <a:rPr lang="pt-BR" sz="2400" dirty="0"/>
              <a:t> classes A, B e C definiam redes de tamanho específico, bem como intervalos de endereços específicos para essas redes. Era designado a uma companhia ou organização um intervalo inteiro de endereços classe A, classe B ou classe C. Esse uso de espaço de endereços é chamado de endereçamento </a:t>
            </a:r>
            <a:r>
              <a:rPr lang="pt-BR" sz="2400" dirty="0" err="1"/>
              <a:t>classful</a:t>
            </a:r>
            <a:r>
              <a:rPr lang="pt-BR" sz="2400" dirty="0"/>
              <a:t>. </a:t>
            </a:r>
          </a:p>
        </p:txBody>
      </p:sp>
    </p:spTree>
    <p:extLst>
      <p:ext uri="{BB962C8B-B14F-4D97-AF65-F5344CB8AC3E}">
        <p14:creationId xmlns:p14="http://schemas.microsoft.com/office/powerpoint/2010/main" val="30333176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09600" y="656749"/>
            <a:ext cx="10972800" cy="652641"/>
          </a:xfrm>
        </p:spPr>
        <p:txBody>
          <a:bodyPr>
            <a:normAutofit/>
          </a:bodyPr>
          <a:lstStyle/>
          <a:p>
            <a:r>
              <a:rPr lang="pt-BR" dirty="0"/>
              <a:t>Endereços IPv4 – Histórico de Endereçamento</a:t>
            </a:r>
          </a:p>
        </p:txBody>
      </p:sp>
      <p:sp>
        <p:nvSpPr>
          <p:cNvPr id="3" name="Retângulo 2"/>
          <p:cNvSpPr/>
          <p:nvPr/>
        </p:nvSpPr>
        <p:spPr>
          <a:xfrm>
            <a:off x="330558" y="1276004"/>
            <a:ext cx="11861442" cy="584775"/>
          </a:xfrm>
          <a:prstGeom prst="rect">
            <a:avLst/>
          </a:prstGeom>
        </p:spPr>
        <p:txBody>
          <a:bodyPr wrap="square">
            <a:spAutoFit/>
          </a:bodyPr>
          <a:lstStyle/>
          <a:p>
            <a:endParaRPr lang="pt-BR" sz="3200" dirty="0"/>
          </a:p>
        </p:txBody>
      </p:sp>
      <p:sp>
        <p:nvSpPr>
          <p:cNvPr id="4" name="Retângulo 3"/>
          <p:cNvSpPr/>
          <p:nvPr/>
        </p:nvSpPr>
        <p:spPr>
          <a:xfrm>
            <a:off x="272603" y="927279"/>
            <a:ext cx="11646794" cy="830997"/>
          </a:xfrm>
          <a:prstGeom prst="rect">
            <a:avLst/>
          </a:prstGeom>
        </p:spPr>
        <p:txBody>
          <a:bodyPr wrap="square">
            <a:spAutoFit/>
          </a:bodyPr>
          <a:lstStyle/>
          <a:p>
            <a:endParaRPr lang="pt-BR" sz="2400" dirty="0"/>
          </a:p>
          <a:p>
            <a:endParaRPr lang="pt-BR" sz="2400" dirty="0"/>
          </a:p>
        </p:txBody>
      </p:sp>
      <p:sp>
        <p:nvSpPr>
          <p:cNvPr id="6" name="Retângulo 5"/>
          <p:cNvSpPr/>
          <p:nvPr/>
        </p:nvSpPr>
        <p:spPr>
          <a:xfrm>
            <a:off x="272603" y="1758276"/>
            <a:ext cx="11569521" cy="4893647"/>
          </a:xfrm>
          <a:prstGeom prst="rect">
            <a:avLst/>
          </a:prstGeom>
        </p:spPr>
        <p:txBody>
          <a:bodyPr wrap="square">
            <a:spAutoFit/>
          </a:bodyPr>
          <a:lstStyle/>
          <a:p>
            <a:r>
              <a:rPr lang="pt-BR" sz="2400" dirty="0"/>
              <a:t>Intervalos Classe A:</a:t>
            </a:r>
          </a:p>
          <a:p>
            <a:endParaRPr lang="pt-BR" sz="2400" dirty="0"/>
          </a:p>
          <a:p>
            <a:pPr marL="342900" indent="-342900">
              <a:buFont typeface="Arial" panose="020B0604020202020204" pitchFamily="34" charset="0"/>
              <a:buChar char="•"/>
            </a:pPr>
            <a:r>
              <a:rPr lang="pt-BR" sz="2400" dirty="0"/>
              <a:t>Um intervalo de endereços classe A foi projetado para suportar redes extremamente grandes, com mais de 16 milhões de endereços de host. Os endereços IPv4 classe A usavam um prefixo /8 com o primeiro octeto para indicar os endereços da rede. Os três octetos finais eram usados para endereços de host. </a:t>
            </a:r>
          </a:p>
          <a:p>
            <a:endParaRPr lang="pt-BR" sz="2400" dirty="0"/>
          </a:p>
          <a:p>
            <a:pPr marL="342900" indent="-342900">
              <a:buFont typeface="Arial" panose="020B0604020202020204" pitchFamily="34" charset="0"/>
              <a:buChar char="•"/>
            </a:pPr>
            <a:r>
              <a:rPr lang="pt-BR" sz="2400" dirty="0"/>
              <a:t>Para reservar espaço de endereçamento para as classes de endereço restantes, todos os endereços classe A precisavam que o bit mais significativo do primeiro octeto fosse zero. Isso significava que só havia 128 redes classe A possíveis, de 0.0.0.0 /8 a 127.0.0.0 /8, antes de preencher os intervalos de endereço reservados. Embora os endereços de classe A reservassem metade do espaço de endereço, por causa do seu limite de 128 redes, eles só podiam alocar aproximadamente 120 companhias ou organizações. </a:t>
            </a:r>
          </a:p>
        </p:txBody>
      </p:sp>
    </p:spTree>
    <p:extLst>
      <p:ext uri="{BB962C8B-B14F-4D97-AF65-F5344CB8AC3E}">
        <p14:creationId xmlns:p14="http://schemas.microsoft.com/office/powerpoint/2010/main" val="114254295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09600" y="775321"/>
            <a:ext cx="10972800" cy="652641"/>
          </a:xfrm>
        </p:spPr>
        <p:txBody>
          <a:bodyPr>
            <a:normAutofit/>
          </a:bodyPr>
          <a:lstStyle/>
          <a:p>
            <a:r>
              <a:rPr lang="pt-BR" dirty="0"/>
              <a:t>Endereços IPv4 – Histórico de Endereçamento</a:t>
            </a:r>
          </a:p>
        </p:txBody>
      </p:sp>
      <p:sp>
        <p:nvSpPr>
          <p:cNvPr id="3" name="Retângulo 2"/>
          <p:cNvSpPr/>
          <p:nvPr/>
        </p:nvSpPr>
        <p:spPr>
          <a:xfrm>
            <a:off x="330558" y="1276004"/>
            <a:ext cx="11861442" cy="584775"/>
          </a:xfrm>
          <a:prstGeom prst="rect">
            <a:avLst/>
          </a:prstGeom>
        </p:spPr>
        <p:txBody>
          <a:bodyPr wrap="square">
            <a:spAutoFit/>
          </a:bodyPr>
          <a:lstStyle/>
          <a:p>
            <a:endParaRPr lang="pt-BR" sz="3200" dirty="0"/>
          </a:p>
        </p:txBody>
      </p:sp>
      <p:sp>
        <p:nvSpPr>
          <p:cNvPr id="4" name="Retângulo 3"/>
          <p:cNvSpPr/>
          <p:nvPr/>
        </p:nvSpPr>
        <p:spPr>
          <a:xfrm>
            <a:off x="272603" y="927279"/>
            <a:ext cx="11646794" cy="830997"/>
          </a:xfrm>
          <a:prstGeom prst="rect">
            <a:avLst/>
          </a:prstGeom>
        </p:spPr>
        <p:txBody>
          <a:bodyPr wrap="square">
            <a:spAutoFit/>
          </a:bodyPr>
          <a:lstStyle/>
          <a:p>
            <a:endParaRPr lang="pt-BR" sz="2400" dirty="0"/>
          </a:p>
          <a:p>
            <a:endParaRPr lang="pt-BR" sz="2400" dirty="0"/>
          </a:p>
        </p:txBody>
      </p:sp>
      <p:sp>
        <p:nvSpPr>
          <p:cNvPr id="6" name="Retângulo 5"/>
          <p:cNvSpPr/>
          <p:nvPr/>
        </p:nvSpPr>
        <p:spPr>
          <a:xfrm>
            <a:off x="349876" y="1860779"/>
            <a:ext cx="11569521" cy="4893647"/>
          </a:xfrm>
          <a:prstGeom prst="rect">
            <a:avLst/>
          </a:prstGeom>
        </p:spPr>
        <p:txBody>
          <a:bodyPr wrap="square">
            <a:spAutoFit/>
          </a:bodyPr>
          <a:lstStyle/>
          <a:p>
            <a:r>
              <a:rPr lang="pt-BR" sz="2400" dirty="0"/>
              <a:t>Intervalos Classe B:</a:t>
            </a:r>
          </a:p>
          <a:p>
            <a:endParaRPr lang="pt-BR" sz="2400" dirty="0"/>
          </a:p>
          <a:p>
            <a:pPr marL="342900" indent="-342900">
              <a:buFont typeface="Arial" panose="020B0604020202020204" pitchFamily="34" charset="0"/>
              <a:buChar char="•"/>
            </a:pPr>
            <a:r>
              <a:rPr lang="pt-BR" sz="2400" dirty="0"/>
              <a:t>O espaço de endereços Classe B foi projetado para suportar as necessidades de redes de tamanho moderado a muito grande com mais de 65.000 hosts. Um endereço IP classe B usava os dois primeiros octetos para indicar o endereço de rede. Os outros dois octetos especificavam os endereços de host. Como no caso da classe A, o espaço para endereços das classes de endereços restantes precisava ser reservado também. </a:t>
            </a:r>
          </a:p>
          <a:p>
            <a:endParaRPr lang="pt-BR" sz="2400" dirty="0"/>
          </a:p>
          <a:p>
            <a:pPr marL="342900" indent="-342900">
              <a:buFont typeface="Arial" panose="020B0604020202020204" pitchFamily="34" charset="0"/>
              <a:buChar char="•"/>
            </a:pPr>
            <a:r>
              <a:rPr lang="pt-BR" sz="2400" dirty="0"/>
              <a:t>No caso de endereços classe B, os dois bits mais significativos do primeiro octeto eram 10. Isso restringia o intervalo de endereços para a classe B de 128.0.0.0 /16 a 191.255.0.0 /16. A Classe B tinha uma alocação de endereços ligeiramente mais eficiente do que a da classe A porque dividia igualmente 25% do espaço total de endereçamento IPv4 entre aproximadamente 16.000 redes.</a:t>
            </a:r>
          </a:p>
        </p:txBody>
      </p:sp>
    </p:spTree>
    <p:extLst>
      <p:ext uri="{BB962C8B-B14F-4D97-AF65-F5344CB8AC3E}">
        <p14:creationId xmlns:p14="http://schemas.microsoft.com/office/powerpoint/2010/main" val="40243362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09599" y="775321"/>
            <a:ext cx="10972800" cy="652641"/>
          </a:xfrm>
        </p:spPr>
        <p:txBody>
          <a:bodyPr>
            <a:normAutofit/>
          </a:bodyPr>
          <a:lstStyle/>
          <a:p>
            <a:r>
              <a:rPr lang="pt-BR" dirty="0"/>
              <a:t>Endereços IPv4 – Histórico de Endereçamento</a:t>
            </a:r>
          </a:p>
        </p:txBody>
      </p:sp>
      <p:sp>
        <p:nvSpPr>
          <p:cNvPr id="3" name="Retângulo 2"/>
          <p:cNvSpPr/>
          <p:nvPr/>
        </p:nvSpPr>
        <p:spPr>
          <a:xfrm>
            <a:off x="330558" y="1276004"/>
            <a:ext cx="11861442" cy="584775"/>
          </a:xfrm>
          <a:prstGeom prst="rect">
            <a:avLst/>
          </a:prstGeom>
        </p:spPr>
        <p:txBody>
          <a:bodyPr wrap="square">
            <a:spAutoFit/>
          </a:bodyPr>
          <a:lstStyle/>
          <a:p>
            <a:endParaRPr lang="pt-BR" sz="3200" dirty="0"/>
          </a:p>
        </p:txBody>
      </p:sp>
      <p:sp>
        <p:nvSpPr>
          <p:cNvPr id="4" name="Retângulo 3"/>
          <p:cNvSpPr/>
          <p:nvPr/>
        </p:nvSpPr>
        <p:spPr>
          <a:xfrm>
            <a:off x="272603" y="927279"/>
            <a:ext cx="11646794" cy="830997"/>
          </a:xfrm>
          <a:prstGeom prst="rect">
            <a:avLst/>
          </a:prstGeom>
        </p:spPr>
        <p:txBody>
          <a:bodyPr wrap="square">
            <a:spAutoFit/>
          </a:bodyPr>
          <a:lstStyle/>
          <a:p>
            <a:endParaRPr lang="pt-BR" sz="2400" dirty="0"/>
          </a:p>
          <a:p>
            <a:endParaRPr lang="pt-BR" sz="2400" dirty="0"/>
          </a:p>
        </p:txBody>
      </p:sp>
      <p:sp>
        <p:nvSpPr>
          <p:cNvPr id="6" name="Retângulo 5"/>
          <p:cNvSpPr/>
          <p:nvPr/>
        </p:nvSpPr>
        <p:spPr>
          <a:xfrm>
            <a:off x="311239" y="2107001"/>
            <a:ext cx="11569521" cy="4462760"/>
          </a:xfrm>
          <a:prstGeom prst="rect">
            <a:avLst/>
          </a:prstGeom>
        </p:spPr>
        <p:txBody>
          <a:bodyPr wrap="square">
            <a:spAutoFit/>
          </a:bodyPr>
          <a:lstStyle/>
          <a:p>
            <a:r>
              <a:rPr lang="pt-BR" sz="2000" dirty="0"/>
              <a:t>Intervalos Classe C:</a:t>
            </a:r>
          </a:p>
          <a:p>
            <a:endParaRPr lang="pt-BR" sz="2000" dirty="0"/>
          </a:p>
          <a:p>
            <a:pPr marL="342900" indent="-342900">
              <a:buFont typeface="Arial" panose="020B0604020202020204" pitchFamily="34" charset="0"/>
              <a:buChar char="•"/>
            </a:pPr>
            <a:r>
              <a:rPr lang="pt-BR" sz="2000" dirty="0"/>
              <a:t>O espaço de endereços classe C foi o mais comumente disponível das classes de endereços. Esse espaço de endereço fornecia endereços para redes pequenas, com no máximo 254 hosts. </a:t>
            </a:r>
          </a:p>
          <a:p>
            <a:endParaRPr lang="pt-BR" sz="2000" dirty="0"/>
          </a:p>
          <a:p>
            <a:pPr marL="342900" indent="-342900">
              <a:buFont typeface="Arial" panose="020B0604020202020204" pitchFamily="34" charset="0"/>
              <a:buChar char="•"/>
            </a:pPr>
            <a:r>
              <a:rPr lang="pt-BR" sz="2000" dirty="0"/>
              <a:t>Os intervalos de endereço classe C usavam um prefixo /24. Isso quer dizer que uma rede classe C usava apenas o último octeto como endereço de host, e os três primeiros octetos eram usados para indicar o endereço de rede.</a:t>
            </a:r>
          </a:p>
          <a:p>
            <a:endParaRPr lang="pt-BR" sz="2000" dirty="0"/>
          </a:p>
          <a:p>
            <a:pPr marL="342900" indent="-342900">
              <a:buFont typeface="Arial" panose="020B0604020202020204" pitchFamily="34" charset="0"/>
              <a:buChar char="•"/>
            </a:pPr>
            <a:r>
              <a:rPr lang="pt-BR" sz="2000" dirty="0"/>
              <a:t>Os intervalos de endereço classe C reservavam espaço de endereço para a classe D (</a:t>
            </a:r>
            <a:r>
              <a:rPr lang="pt-BR" sz="2000" dirty="0" err="1"/>
              <a:t>multicast</a:t>
            </a:r>
            <a:r>
              <a:rPr lang="pt-BR" sz="2000" dirty="0"/>
              <a:t>) e a classe E (experimental) usando um valor fixo de110 para os três dígitos mais significativos do primeiro octeto. O intervalo de endereços restrito para a classe C vai de 192.0.0.0 /24 a 223.255.255.0 /24. Embora ocupasse apenas 12,5% do espaço total de endereços IPv4, poderia fornecer endereços para 2 milhões de redes. </a:t>
            </a:r>
          </a:p>
          <a:p>
            <a:endParaRPr lang="pt-BR" sz="2400" dirty="0"/>
          </a:p>
        </p:txBody>
      </p:sp>
    </p:spTree>
    <p:extLst>
      <p:ext uri="{BB962C8B-B14F-4D97-AF65-F5344CB8AC3E}">
        <p14:creationId xmlns:p14="http://schemas.microsoft.com/office/powerpoint/2010/main" val="16685296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570963" y="775321"/>
            <a:ext cx="10972800" cy="652641"/>
          </a:xfrm>
        </p:spPr>
        <p:txBody>
          <a:bodyPr>
            <a:normAutofit/>
          </a:bodyPr>
          <a:lstStyle/>
          <a:p>
            <a:r>
              <a:rPr lang="pt-BR" dirty="0"/>
              <a:t>Endereços IPv4 – Histórico de Endereçamento</a:t>
            </a:r>
          </a:p>
        </p:txBody>
      </p:sp>
      <p:sp>
        <p:nvSpPr>
          <p:cNvPr id="3" name="Retângulo 2"/>
          <p:cNvSpPr/>
          <p:nvPr/>
        </p:nvSpPr>
        <p:spPr>
          <a:xfrm>
            <a:off x="330558" y="1276004"/>
            <a:ext cx="11861442" cy="584775"/>
          </a:xfrm>
          <a:prstGeom prst="rect">
            <a:avLst/>
          </a:prstGeom>
        </p:spPr>
        <p:txBody>
          <a:bodyPr wrap="square">
            <a:spAutoFit/>
          </a:bodyPr>
          <a:lstStyle/>
          <a:p>
            <a:endParaRPr lang="pt-BR" sz="3200" dirty="0"/>
          </a:p>
        </p:txBody>
      </p:sp>
      <p:sp>
        <p:nvSpPr>
          <p:cNvPr id="4" name="Retângulo 3"/>
          <p:cNvSpPr/>
          <p:nvPr/>
        </p:nvSpPr>
        <p:spPr>
          <a:xfrm>
            <a:off x="272603" y="927279"/>
            <a:ext cx="11646794" cy="830997"/>
          </a:xfrm>
          <a:prstGeom prst="rect">
            <a:avLst/>
          </a:prstGeom>
        </p:spPr>
        <p:txBody>
          <a:bodyPr wrap="square">
            <a:spAutoFit/>
          </a:bodyPr>
          <a:lstStyle/>
          <a:p>
            <a:endParaRPr lang="pt-BR" sz="2400" dirty="0"/>
          </a:p>
          <a:p>
            <a:endParaRPr lang="pt-BR" sz="2400" dirty="0"/>
          </a:p>
        </p:txBody>
      </p:sp>
      <p:sp>
        <p:nvSpPr>
          <p:cNvPr id="6" name="Retângulo 5"/>
          <p:cNvSpPr/>
          <p:nvPr/>
        </p:nvSpPr>
        <p:spPr>
          <a:xfrm>
            <a:off x="272603" y="1758276"/>
            <a:ext cx="11569521" cy="5262979"/>
          </a:xfrm>
          <a:prstGeom prst="rect">
            <a:avLst/>
          </a:prstGeom>
        </p:spPr>
        <p:txBody>
          <a:bodyPr wrap="square">
            <a:spAutoFit/>
          </a:bodyPr>
          <a:lstStyle/>
          <a:p>
            <a:r>
              <a:rPr lang="pt-BR" sz="2400" dirty="0"/>
              <a:t>Limites do Sistema com Base em Classes:</a:t>
            </a:r>
          </a:p>
          <a:p>
            <a:endParaRPr lang="pt-BR" sz="2400" dirty="0"/>
          </a:p>
          <a:p>
            <a:pPr marL="342900" indent="-342900">
              <a:buFont typeface="Arial" panose="020B0604020202020204" pitchFamily="34" charset="0"/>
              <a:buChar char="•"/>
            </a:pPr>
            <a:r>
              <a:rPr lang="pt-BR" sz="2400" dirty="0"/>
              <a:t>Os requisitos das organizações nem sempre se ajustam bem em uma dessas três classes. A alocação </a:t>
            </a:r>
            <a:r>
              <a:rPr lang="pt-BR" sz="2400" dirty="0" err="1"/>
              <a:t>classful</a:t>
            </a:r>
            <a:r>
              <a:rPr lang="pt-BR" sz="2400" dirty="0"/>
              <a:t> de espaço de endereço em geral desperdiçava muitos endereços, o que acabava com a disponibilidade de endereços IPv4. Por exemplo, uma companhia com uma rede de 260 hosts precisava receber um endereço classe B com mais de 65.000 endereços. </a:t>
            </a:r>
          </a:p>
          <a:p>
            <a:endParaRPr lang="pt-BR" sz="2400" dirty="0"/>
          </a:p>
          <a:p>
            <a:pPr marL="342900" indent="-342900">
              <a:buFont typeface="Arial" panose="020B0604020202020204" pitchFamily="34" charset="0"/>
              <a:buChar char="•"/>
            </a:pPr>
            <a:r>
              <a:rPr lang="pt-BR" sz="2400" dirty="0"/>
              <a:t>Embora esse sistema </a:t>
            </a:r>
            <a:r>
              <a:rPr lang="pt-BR" sz="2400" dirty="0" err="1"/>
              <a:t>classful</a:t>
            </a:r>
            <a:r>
              <a:rPr lang="pt-BR" sz="2400" dirty="0"/>
              <a:t> tenha sido abandonado no fim do ano 1990, temos restos dele nas redes atuais. Por exemplo, quando você atribui um endereço IPv4 para um computador, o sistema operacional examina o endereço sendo designado para determinar se esse endereço é de classe A, classe B ou classe C. O sistema operacional assume então o prefixo usado por aquela classe e faz a atribuição adequada da máscara de </a:t>
            </a:r>
            <a:r>
              <a:rPr lang="pt-BR" sz="2400" dirty="0" err="1"/>
              <a:t>sub-rede</a:t>
            </a:r>
            <a:r>
              <a:rPr lang="pt-BR" sz="2400" dirty="0"/>
              <a:t>. </a:t>
            </a:r>
          </a:p>
        </p:txBody>
      </p:sp>
    </p:spTree>
    <p:extLst>
      <p:ext uri="{BB962C8B-B14F-4D97-AF65-F5344CB8AC3E}">
        <p14:creationId xmlns:p14="http://schemas.microsoft.com/office/powerpoint/2010/main" val="349713432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78611" y="775321"/>
            <a:ext cx="10972800" cy="652641"/>
          </a:xfrm>
        </p:spPr>
        <p:txBody>
          <a:bodyPr>
            <a:normAutofit/>
          </a:bodyPr>
          <a:lstStyle/>
          <a:p>
            <a:r>
              <a:rPr lang="pt-BR" dirty="0"/>
              <a:t>Endereços IPv4 – Histórico de Endereçamento</a:t>
            </a:r>
          </a:p>
        </p:txBody>
      </p:sp>
      <p:sp>
        <p:nvSpPr>
          <p:cNvPr id="3" name="Retângulo 2"/>
          <p:cNvSpPr/>
          <p:nvPr/>
        </p:nvSpPr>
        <p:spPr>
          <a:xfrm>
            <a:off x="330558" y="1276004"/>
            <a:ext cx="11861442" cy="584775"/>
          </a:xfrm>
          <a:prstGeom prst="rect">
            <a:avLst/>
          </a:prstGeom>
        </p:spPr>
        <p:txBody>
          <a:bodyPr wrap="square">
            <a:spAutoFit/>
          </a:bodyPr>
          <a:lstStyle/>
          <a:p>
            <a:endParaRPr lang="pt-BR" sz="3200" dirty="0"/>
          </a:p>
        </p:txBody>
      </p:sp>
      <p:sp>
        <p:nvSpPr>
          <p:cNvPr id="4" name="Retângulo 3"/>
          <p:cNvSpPr/>
          <p:nvPr/>
        </p:nvSpPr>
        <p:spPr>
          <a:xfrm>
            <a:off x="272603" y="927279"/>
            <a:ext cx="11646794" cy="830997"/>
          </a:xfrm>
          <a:prstGeom prst="rect">
            <a:avLst/>
          </a:prstGeom>
        </p:spPr>
        <p:txBody>
          <a:bodyPr wrap="square">
            <a:spAutoFit/>
          </a:bodyPr>
          <a:lstStyle/>
          <a:p>
            <a:endParaRPr lang="pt-BR" sz="2400" dirty="0"/>
          </a:p>
          <a:p>
            <a:endParaRPr lang="pt-BR" sz="2400" dirty="0"/>
          </a:p>
        </p:txBody>
      </p:sp>
      <p:sp>
        <p:nvSpPr>
          <p:cNvPr id="6" name="Retângulo 5"/>
          <p:cNvSpPr/>
          <p:nvPr/>
        </p:nvSpPr>
        <p:spPr>
          <a:xfrm>
            <a:off x="272603" y="1857702"/>
            <a:ext cx="11569521" cy="1200329"/>
          </a:xfrm>
          <a:prstGeom prst="rect">
            <a:avLst/>
          </a:prstGeom>
        </p:spPr>
        <p:txBody>
          <a:bodyPr wrap="square">
            <a:spAutoFit/>
          </a:bodyPr>
          <a:lstStyle/>
          <a:p>
            <a:pPr marL="342900" indent="-342900">
              <a:buFont typeface="Arial" panose="020B0604020202020204" pitchFamily="34" charset="0"/>
              <a:buChar char="•"/>
            </a:pPr>
            <a:r>
              <a:rPr lang="pt-BR" sz="2400" dirty="0"/>
              <a:t>Outro exemplo é a adoção da máscara por alguns protocolos de roteamento. Quando alguns protocolos de roteamento recebem uma rota anunciada, podem presumir o tamanho do prefixo com base na classe do endereço. </a:t>
            </a:r>
          </a:p>
        </p:txBody>
      </p:sp>
      <p:pic>
        <p:nvPicPr>
          <p:cNvPr id="5" name="Imagem 4"/>
          <p:cNvPicPr>
            <a:picLocks noChangeAspect="1"/>
          </p:cNvPicPr>
          <p:nvPr/>
        </p:nvPicPr>
        <p:blipFill rotWithShape="1">
          <a:blip r:embed="rId2"/>
          <a:srcRect l="45513" t="27852" r="12320" b="38531"/>
          <a:stretch/>
        </p:blipFill>
        <p:spPr>
          <a:xfrm>
            <a:off x="1491194" y="3054954"/>
            <a:ext cx="8950818" cy="3803046"/>
          </a:xfrm>
          <a:prstGeom prst="rect">
            <a:avLst/>
          </a:prstGeom>
        </p:spPr>
      </p:pic>
    </p:spTree>
    <p:extLst>
      <p:ext uri="{BB962C8B-B14F-4D97-AF65-F5344CB8AC3E}">
        <p14:creationId xmlns:p14="http://schemas.microsoft.com/office/powerpoint/2010/main" val="52369747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09600" y="824776"/>
            <a:ext cx="10972800" cy="652641"/>
          </a:xfrm>
        </p:spPr>
        <p:txBody>
          <a:bodyPr>
            <a:normAutofit/>
          </a:bodyPr>
          <a:lstStyle/>
          <a:p>
            <a:r>
              <a:rPr lang="pt-BR" dirty="0"/>
              <a:t>Endereços IPv4 – Histórico de Endereçamento</a:t>
            </a:r>
          </a:p>
        </p:txBody>
      </p:sp>
      <p:sp>
        <p:nvSpPr>
          <p:cNvPr id="3" name="Retângulo 2"/>
          <p:cNvSpPr/>
          <p:nvPr/>
        </p:nvSpPr>
        <p:spPr>
          <a:xfrm>
            <a:off x="330558" y="1276004"/>
            <a:ext cx="11861442" cy="584775"/>
          </a:xfrm>
          <a:prstGeom prst="rect">
            <a:avLst/>
          </a:prstGeom>
        </p:spPr>
        <p:txBody>
          <a:bodyPr wrap="square">
            <a:spAutoFit/>
          </a:bodyPr>
          <a:lstStyle/>
          <a:p>
            <a:endParaRPr lang="pt-BR" sz="3200" dirty="0"/>
          </a:p>
        </p:txBody>
      </p:sp>
      <p:sp>
        <p:nvSpPr>
          <p:cNvPr id="4" name="Retângulo 3"/>
          <p:cNvSpPr/>
          <p:nvPr/>
        </p:nvSpPr>
        <p:spPr>
          <a:xfrm>
            <a:off x="272603" y="927279"/>
            <a:ext cx="11646794" cy="830997"/>
          </a:xfrm>
          <a:prstGeom prst="rect">
            <a:avLst/>
          </a:prstGeom>
        </p:spPr>
        <p:txBody>
          <a:bodyPr wrap="square">
            <a:spAutoFit/>
          </a:bodyPr>
          <a:lstStyle/>
          <a:p>
            <a:endParaRPr lang="pt-BR" sz="2400" dirty="0"/>
          </a:p>
          <a:p>
            <a:endParaRPr lang="pt-BR" sz="2400" dirty="0"/>
          </a:p>
        </p:txBody>
      </p:sp>
      <p:sp>
        <p:nvSpPr>
          <p:cNvPr id="7" name="Retângulo 6"/>
          <p:cNvSpPr/>
          <p:nvPr/>
        </p:nvSpPr>
        <p:spPr>
          <a:xfrm>
            <a:off x="774879" y="2395616"/>
            <a:ext cx="10972800" cy="2677656"/>
          </a:xfrm>
          <a:prstGeom prst="rect">
            <a:avLst/>
          </a:prstGeom>
        </p:spPr>
        <p:txBody>
          <a:bodyPr wrap="square">
            <a:spAutoFit/>
          </a:bodyPr>
          <a:lstStyle/>
          <a:p>
            <a:r>
              <a:rPr lang="pt-BR" sz="2800" dirty="0"/>
              <a:t>Endereçamento </a:t>
            </a:r>
            <a:r>
              <a:rPr lang="pt-BR" sz="2800" dirty="0" err="1"/>
              <a:t>Classless</a:t>
            </a:r>
            <a:r>
              <a:rPr lang="pt-BR" sz="2800" dirty="0"/>
              <a:t>:</a:t>
            </a:r>
          </a:p>
          <a:p>
            <a:endParaRPr lang="pt-BR" sz="2800" dirty="0"/>
          </a:p>
          <a:p>
            <a:pPr marL="285750" indent="-285750">
              <a:buFont typeface="Arial" panose="020B0604020202020204" pitchFamily="34" charset="0"/>
              <a:buChar char="•"/>
            </a:pPr>
            <a:r>
              <a:rPr lang="pt-BR" sz="2800" dirty="0"/>
              <a:t>O sistema que usamos atualmente é chamado de endereçamento </a:t>
            </a:r>
            <a:r>
              <a:rPr lang="pt-BR" sz="2800" dirty="0" err="1"/>
              <a:t>classless</a:t>
            </a:r>
            <a:r>
              <a:rPr lang="pt-BR" sz="2800" dirty="0"/>
              <a:t>. Com o sistema </a:t>
            </a:r>
            <a:r>
              <a:rPr lang="pt-BR" sz="2800" dirty="0" err="1"/>
              <a:t>classless</a:t>
            </a:r>
            <a:r>
              <a:rPr lang="pt-BR" sz="2800" dirty="0"/>
              <a:t>, intervalos de endereço adequados para o número de hosts são designados para companhias ou organizações independentemente da classe </a:t>
            </a:r>
            <a:r>
              <a:rPr lang="pt-BR" sz="2800" dirty="0" err="1"/>
              <a:t>unicast</a:t>
            </a:r>
            <a:r>
              <a:rPr lang="pt-BR" sz="2800" dirty="0"/>
              <a:t>.</a:t>
            </a:r>
          </a:p>
        </p:txBody>
      </p:sp>
    </p:spTree>
    <p:extLst>
      <p:ext uri="{BB962C8B-B14F-4D97-AF65-F5344CB8AC3E}">
        <p14:creationId xmlns:p14="http://schemas.microsoft.com/office/powerpoint/2010/main" val="364464444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586596" y="775321"/>
            <a:ext cx="11409142" cy="652641"/>
          </a:xfrm>
        </p:spPr>
        <p:txBody>
          <a:bodyPr>
            <a:normAutofit/>
          </a:bodyPr>
          <a:lstStyle/>
          <a:p>
            <a:r>
              <a:rPr lang="pt-BR" dirty="0"/>
              <a:t>Endereços IPv4 – Planejamento de endereço de Rede</a:t>
            </a:r>
          </a:p>
        </p:txBody>
      </p:sp>
      <p:sp>
        <p:nvSpPr>
          <p:cNvPr id="3" name="Retângulo 2"/>
          <p:cNvSpPr/>
          <p:nvPr/>
        </p:nvSpPr>
        <p:spPr>
          <a:xfrm>
            <a:off x="330558" y="1276004"/>
            <a:ext cx="11861442" cy="584775"/>
          </a:xfrm>
          <a:prstGeom prst="rect">
            <a:avLst/>
          </a:prstGeom>
        </p:spPr>
        <p:txBody>
          <a:bodyPr wrap="square">
            <a:spAutoFit/>
          </a:bodyPr>
          <a:lstStyle/>
          <a:p>
            <a:endParaRPr lang="pt-BR" sz="3200" dirty="0"/>
          </a:p>
        </p:txBody>
      </p:sp>
      <p:sp>
        <p:nvSpPr>
          <p:cNvPr id="4" name="Retângulo 3"/>
          <p:cNvSpPr/>
          <p:nvPr/>
        </p:nvSpPr>
        <p:spPr>
          <a:xfrm>
            <a:off x="272603" y="927279"/>
            <a:ext cx="11646794" cy="830997"/>
          </a:xfrm>
          <a:prstGeom prst="rect">
            <a:avLst/>
          </a:prstGeom>
        </p:spPr>
        <p:txBody>
          <a:bodyPr wrap="square">
            <a:spAutoFit/>
          </a:bodyPr>
          <a:lstStyle/>
          <a:p>
            <a:endParaRPr lang="pt-BR" sz="2400" dirty="0"/>
          </a:p>
          <a:p>
            <a:endParaRPr lang="pt-BR" sz="2400" dirty="0"/>
          </a:p>
        </p:txBody>
      </p:sp>
      <p:sp>
        <p:nvSpPr>
          <p:cNvPr id="7" name="Retângulo 6"/>
          <p:cNvSpPr/>
          <p:nvPr/>
        </p:nvSpPr>
        <p:spPr>
          <a:xfrm>
            <a:off x="415015" y="1948656"/>
            <a:ext cx="10972800" cy="4401205"/>
          </a:xfrm>
          <a:prstGeom prst="rect">
            <a:avLst/>
          </a:prstGeom>
        </p:spPr>
        <p:txBody>
          <a:bodyPr wrap="square">
            <a:spAutoFit/>
          </a:bodyPr>
          <a:lstStyle/>
          <a:p>
            <a:pPr marL="457200" indent="-457200">
              <a:buFont typeface="Arial" panose="020B0604020202020204" pitchFamily="34" charset="0"/>
              <a:buChar char="•"/>
            </a:pPr>
            <a:r>
              <a:rPr lang="pt-BR" sz="2800" dirty="0"/>
              <a:t>A alocação do espaço de endereço da camada da rede dentro da rede corporativa precisa ser bem projetada. Os administradores de rede não devem selecionar aleatoriamente os endereços usados nas redes. As designações de endereço dentro da rede não devem ser aleatórias. </a:t>
            </a:r>
          </a:p>
          <a:p>
            <a:endParaRPr lang="pt-BR" sz="2800" dirty="0"/>
          </a:p>
          <a:p>
            <a:pPr marL="457200" indent="-457200">
              <a:buFont typeface="Arial" panose="020B0604020202020204" pitchFamily="34" charset="0"/>
              <a:buChar char="•"/>
            </a:pPr>
            <a:r>
              <a:rPr lang="pt-BR" sz="2800" dirty="0"/>
              <a:t>A alocação desses endereços dentro das redes deve ser planejada e documentada com o objetivo de:</a:t>
            </a:r>
          </a:p>
          <a:p>
            <a:pPr marL="914400" lvl="1" indent="-457200">
              <a:buFont typeface="Arial" panose="020B0604020202020204" pitchFamily="34" charset="0"/>
              <a:buChar char="•"/>
            </a:pPr>
            <a:r>
              <a:rPr lang="pt-BR" sz="2800" dirty="0"/>
              <a:t>Evitar a duplicação de endereços</a:t>
            </a:r>
          </a:p>
          <a:p>
            <a:pPr marL="914400" lvl="1" indent="-457200">
              <a:buFont typeface="Arial" panose="020B0604020202020204" pitchFamily="34" charset="0"/>
              <a:buChar char="•"/>
            </a:pPr>
            <a:r>
              <a:rPr lang="pt-BR" sz="2800" dirty="0"/>
              <a:t>Fornecer e controlar o acesso</a:t>
            </a:r>
          </a:p>
          <a:p>
            <a:pPr marL="914400" lvl="1" indent="-457200">
              <a:buFont typeface="Arial" panose="020B0604020202020204" pitchFamily="34" charset="0"/>
              <a:buChar char="•"/>
            </a:pPr>
            <a:r>
              <a:rPr lang="pt-BR" sz="2800" dirty="0"/>
              <a:t>Monitorar a segurança e o desempenho</a:t>
            </a:r>
          </a:p>
        </p:txBody>
      </p:sp>
    </p:spTree>
    <p:extLst>
      <p:ext uri="{BB962C8B-B14F-4D97-AF65-F5344CB8AC3E}">
        <p14:creationId xmlns:p14="http://schemas.microsoft.com/office/powerpoint/2010/main" val="266498748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42796" y="830566"/>
            <a:ext cx="11276601" cy="652641"/>
          </a:xfrm>
        </p:spPr>
        <p:txBody>
          <a:bodyPr>
            <a:normAutofit/>
          </a:bodyPr>
          <a:lstStyle/>
          <a:p>
            <a:r>
              <a:rPr lang="pt-BR" dirty="0"/>
              <a:t>Endereços IPv4 – Planejamento de endereço de Rede</a:t>
            </a:r>
          </a:p>
        </p:txBody>
      </p:sp>
      <p:sp>
        <p:nvSpPr>
          <p:cNvPr id="3" name="Retângulo 2"/>
          <p:cNvSpPr/>
          <p:nvPr/>
        </p:nvSpPr>
        <p:spPr>
          <a:xfrm>
            <a:off x="330558" y="1276004"/>
            <a:ext cx="11861442" cy="584775"/>
          </a:xfrm>
          <a:prstGeom prst="rect">
            <a:avLst/>
          </a:prstGeom>
        </p:spPr>
        <p:txBody>
          <a:bodyPr wrap="square">
            <a:spAutoFit/>
          </a:bodyPr>
          <a:lstStyle/>
          <a:p>
            <a:endParaRPr lang="pt-BR" sz="3200" dirty="0"/>
          </a:p>
        </p:txBody>
      </p:sp>
      <p:sp>
        <p:nvSpPr>
          <p:cNvPr id="4" name="Retângulo 3"/>
          <p:cNvSpPr/>
          <p:nvPr/>
        </p:nvSpPr>
        <p:spPr>
          <a:xfrm>
            <a:off x="272603" y="927279"/>
            <a:ext cx="11646794" cy="830997"/>
          </a:xfrm>
          <a:prstGeom prst="rect">
            <a:avLst/>
          </a:prstGeom>
        </p:spPr>
        <p:txBody>
          <a:bodyPr wrap="square">
            <a:spAutoFit/>
          </a:bodyPr>
          <a:lstStyle/>
          <a:p>
            <a:endParaRPr lang="pt-BR" sz="2400" dirty="0"/>
          </a:p>
          <a:p>
            <a:endParaRPr lang="pt-BR" sz="2400" dirty="0"/>
          </a:p>
        </p:txBody>
      </p:sp>
      <p:sp>
        <p:nvSpPr>
          <p:cNvPr id="7" name="Retângulo 6"/>
          <p:cNvSpPr/>
          <p:nvPr/>
        </p:nvSpPr>
        <p:spPr>
          <a:xfrm>
            <a:off x="533259" y="2209504"/>
            <a:ext cx="10972800" cy="2677656"/>
          </a:xfrm>
          <a:prstGeom prst="rect">
            <a:avLst/>
          </a:prstGeom>
        </p:spPr>
        <p:txBody>
          <a:bodyPr wrap="square">
            <a:spAutoFit/>
          </a:bodyPr>
          <a:lstStyle/>
          <a:p>
            <a:r>
              <a:rPr lang="pt-BR" sz="2800" dirty="0"/>
              <a:t>Evitar a Duplicação de Endereços:</a:t>
            </a:r>
          </a:p>
          <a:p>
            <a:pPr marL="457200" indent="-457200">
              <a:buFont typeface="Arial" panose="020B0604020202020204" pitchFamily="34" charset="0"/>
              <a:buChar char="•"/>
            </a:pPr>
            <a:endParaRPr lang="pt-BR" sz="2800" dirty="0"/>
          </a:p>
          <a:p>
            <a:pPr marL="457200" indent="-457200">
              <a:buFont typeface="Arial" panose="020B0604020202020204" pitchFamily="34" charset="0"/>
              <a:buChar char="•"/>
            </a:pPr>
            <a:r>
              <a:rPr lang="pt-BR" sz="2800" dirty="0"/>
              <a:t>Cada host numa rede interconectada deve ter um endereço único. Sem o planejamento e documentação adequados dessas alocações de rede, poderíamos facilmente atribuir um endereço para mais de um host. </a:t>
            </a:r>
          </a:p>
          <a:p>
            <a:pPr marL="457200" indent="-457200">
              <a:buFont typeface="Arial" panose="020B0604020202020204" pitchFamily="34" charset="0"/>
              <a:buChar char="•"/>
            </a:pPr>
            <a:endParaRPr lang="pt-BR" sz="2800" dirty="0"/>
          </a:p>
        </p:txBody>
      </p:sp>
    </p:spTree>
    <p:extLst>
      <p:ext uri="{BB962C8B-B14F-4D97-AF65-F5344CB8AC3E}">
        <p14:creationId xmlns:p14="http://schemas.microsoft.com/office/powerpoint/2010/main" val="354527978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21101" y="775321"/>
            <a:ext cx="11298295" cy="652641"/>
          </a:xfrm>
        </p:spPr>
        <p:txBody>
          <a:bodyPr>
            <a:normAutofit/>
          </a:bodyPr>
          <a:lstStyle/>
          <a:p>
            <a:r>
              <a:rPr lang="pt-BR" dirty="0"/>
              <a:t>Endereços IPv4 – Planejamento de endereço de Rede</a:t>
            </a:r>
          </a:p>
        </p:txBody>
      </p:sp>
      <p:sp>
        <p:nvSpPr>
          <p:cNvPr id="3" name="Retângulo 2"/>
          <p:cNvSpPr/>
          <p:nvPr/>
        </p:nvSpPr>
        <p:spPr>
          <a:xfrm>
            <a:off x="330558" y="1276004"/>
            <a:ext cx="11861442" cy="584775"/>
          </a:xfrm>
          <a:prstGeom prst="rect">
            <a:avLst/>
          </a:prstGeom>
        </p:spPr>
        <p:txBody>
          <a:bodyPr wrap="square">
            <a:spAutoFit/>
          </a:bodyPr>
          <a:lstStyle/>
          <a:p>
            <a:endParaRPr lang="pt-BR" sz="3200" dirty="0"/>
          </a:p>
        </p:txBody>
      </p:sp>
      <p:sp>
        <p:nvSpPr>
          <p:cNvPr id="4" name="Retângulo 3"/>
          <p:cNvSpPr/>
          <p:nvPr/>
        </p:nvSpPr>
        <p:spPr>
          <a:xfrm>
            <a:off x="272603" y="927279"/>
            <a:ext cx="11646794" cy="830997"/>
          </a:xfrm>
          <a:prstGeom prst="rect">
            <a:avLst/>
          </a:prstGeom>
        </p:spPr>
        <p:txBody>
          <a:bodyPr wrap="square">
            <a:spAutoFit/>
          </a:bodyPr>
          <a:lstStyle/>
          <a:p>
            <a:endParaRPr lang="pt-BR" sz="2400" dirty="0"/>
          </a:p>
          <a:p>
            <a:endParaRPr lang="pt-BR" sz="2400" dirty="0"/>
          </a:p>
        </p:txBody>
      </p:sp>
      <p:sp>
        <p:nvSpPr>
          <p:cNvPr id="7" name="Retângulo 6"/>
          <p:cNvSpPr/>
          <p:nvPr/>
        </p:nvSpPr>
        <p:spPr>
          <a:xfrm>
            <a:off x="533259" y="1860779"/>
            <a:ext cx="10972800" cy="4401205"/>
          </a:xfrm>
          <a:prstGeom prst="rect">
            <a:avLst/>
          </a:prstGeom>
        </p:spPr>
        <p:txBody>
          <a:bodyPr wrap="square">
            <a:spAutoFit/>
          </a:bodyPr>
          <a:lstStyle/>
          <a:p>
            <a:r>
              <a:rPr lang="pt-BR" sz="2800" dirty="0"/>
              <a:t>Fornecer e Controlar o Acesso:</a:t>
            </a:r>
          </a:p>
          <a:p>
            <a:pPr marL="457200" indent="-457200">
              <a:buFont typeface="Arial" panose="020B0604020202020204" pitchFamily="34" charset="0"/>
              <a:buChar char="•"/>
            </a:pPr>
            <a:endParaRPr lang="pt-BR" sz="2800" dirty="0"/>
          </a:p>
          <a:p>
            <a:pPr marL="457200" indent="-457200">
              <a:buFont typeface="Arial" panose="020B0604020202020204" pitchFamily="34" charset="0"/>
              <a:buChar char="•"/>
            </a:pPr>
            <a:r>
              <a:rPr lang="pt-BR" sz="2800" dirty="0"/>
              <a:t>Alguns hosts fornecem recursos para a rede interna e para a rede externa. Um exemplo desses dispositivos são os servidores. O acesso a esses recursos pode ser controlado pelos endereços da Camada 3. Se os endereços para esses recursos não forem planejados e documentados, a segurança e a acessibilidade dos dispositivos não serão facilmente controladas. Por exemplo, se um servidor tem um endereço aleatório atribuído, é difícil bloquear o acesso ao seu endereço e os clientes talvez não consigam localizar esse recurso.</a:t>
            </a:r>
          </a:p>
        </p:txBody>
      </p:sp>
    </p:spTree>
    <p:extLst>
      <p:ext uri="{BB962C8B-B14F-4D97-AF65-F5344CB8AC3E}">
        <p14:creationId xmlns:p14="http://schemas.microsoft.com/office/powerpoint/2010/main" val="203600021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533259" y="690136"/>
            <a:ext cx="11386138" cy="652641"/>
          </a:xfrm>
        </p:spPr>
        <p:txBody>
          <a:bodyPr>
            <a:normAutofit/>
          </a:bodyPr>
          <a:lstStyle/>
          <a:p>
            <a:r>
              <a:rPr lang="pt-BR" dirty="0"/>
              <a:t>Endereços IPv4 – Planejamento de endereço de Rede</a:t>
            </a:r>
          </a:p>
        </p:txBody>
      </p:sp>
      <p:sp>
        <p:nvSpPr>
          <p:cNvPr id="3" name="Retângulo 2"/>
          <p:cNvSpPr/>
          <p:nvPr/>
        </p:nvSpPr>
        <p:spPr>
          <a:xfrm>
            <a:off x="330558" y="1276004"/>
            <a:ext cx="11861442" cy="584775"/>
          </a:xfrm>
          <a:prstGeom prst="rect">
            <a:avLst/>
          </a:prstGeom>
        </p:spPr>
        <p:txBody>
          <a:bodyPr wrap="square">
            <a:spAutoFit/>
          </a:bodyPr>
          <a:lstStyle/>
          <a:p>
            <a:endParaRPr lang="pt-BR" sz="3200" dirty="0"/>
          </a:p>
        </p:txBody>
      </p:sp>
      <p:sp>
        <p:nvSpPr>
          <p:cNvPr id="4" name="Retângulo 3"/>
          <p:cNvSpPr/>
          <p:nvPr/>
        </p:nvSpPr>
        <p:spPr>
          <a:xfrm>
            <a:off x="272603" y="927279"/>
            <a:ext cx="11646794" cy="830997"/>
          </a:xfrm>
          <a:prstGeom prst="rect">
            <a:avLst/>
          </a:prstGeom>
        </p:spPr>
        <p:txBody>
          <a:bodyPr wrap="square">
            <a:spAutoFit/>
          </a:bodyPr>
          <a:lstStyle/>
          <a:p>
            <a:endParaRPr lang="pt-BR" sz="2400" dirty="0"/>
          </a:p>
          <a:p>
            <a:endParaRPr lang="pt-BR" sz="2400" dirty="0"/>
          </a:p>
        </p:txBody>
      </p:sp>
      <p:sp>
        <p:nvSpPr>
          <p:cNvPr id="7" name="Retângulo 6"/>
          <p:cNvSpPr/>
          <p:nvPr/>
        </p:nvSpPr>
        <p:spPr>
          <a:xfrm>
            <a:off x="533259" y="1860779"/>
            <a:ext cx="10972800" cy="3970318"/>
          </a:xfrm>
          <a:prstGeom prst="rect">
            <a:avLst/>
          </a:prstGeom>
        </p:spPr>
        <p:txBody>
          <a:bodyPr wrap="square">
            <a:spAutoFit/>
          </a:bodyPr>
          <a:lstStyle/>
          <a:p>
            <a:r>
              <a:rPr lang="pt-BR" sz="2800" dirty="0"/>
              <a:t>Monitorar a Segurança e o Desempenho:</a:t>
            </a:r>
          </a:p>
          <a:p>
            <a:pPr marL="457200" indent="-457200">
              <a:buFont typeface="Arial" panose="020B0604020202020204" pitchFamily="34" charset="0"/>
              <a:buChar char="•"/>
            </a:pPr>
            <a:endParaRPr lang="pt-BR" sz="2800" dirty="0"/>
          </a:p>
          <a:p>
            <a:pPr marL="457200" indent="-457200">
              <a:buFont typeface="Arial" panose="020B0604020202020204" pitchFamily="34" charset="0"/>
              <a:buChar char="•"/>
            </a:pPr>
            <a:r>
              <a:rPr lang="pt-BR" sz="2800" dirty="0"/>
              <a:t>De modo similar, precisamos monitorar a segurança e o desempenho dos hosts da rede e da rede como um todo. Como parte do processo de monitoramento, examinamos o tráfego de rede à procura de endereços que estão gerando ou recebendo pacotes em excesso. Se tivermos planejamento e documentação adequados do endereçamento da rede, podemos identificar o dispositivo na rede que tem endereço problemático. </a:t>
            </a:r>
          </a:p>
        </p:txBody>
      </p:sp>
    </p:spTree>
    <p:extLst>
      <p:ext uri="{BB962C8B-B14F-4D97-AF65-F5344CB8AC3E}">
        <p14:creationId xmlns:p14="http://schemas.microsoft.com/office/powerpoint/2010/main" val="46408300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97117" y="690136"/>
            <a:ext cx="11222280" cy="652641"/>
          </a:xfrm>
        </p:spPr>
        <p:txBody>
          <a:bodyPr>
            <a:normAutofit/>
          </a:bodyPr>
          <a:lstStyle/>
          <a:p>
            <a:r>
              <a:rPr lang="pt-BR" dirty="0"/>
              <a:t>Endereços IPv4 – Planejamento de endereço de Rede</a:t>
            </a:r>
          </a:p>
        </p:txBody>
      </p:sp>
      <p:sp>
        <p:nvSpPr>
          <p:cNvPr id="3" name="Retângulo 2"/>
          <p:cNvSpPr/>
          <p:nvPr/>
        </p:nvSpPr>
        <p:spPr>
          <a:xfrm>
            <a:off x="330558" y="1276004"/>
            <a:ext cx="11861442" cy="584775"/>
          </a:xfrm>
          <a:prstGeom prst="rect">
            <a:avLst/>
          </a:prstGeom>
        </p:spPr>
        <p:txBody>
          <a:bodyPr wrap="square">
            <a:spAutoFit/>
          </a:bodyPr>
          <a:lstStyle/>
          <a:p>
            <a:endParaRPr lang="pt-BR" sz="3200" dirty="0"/>
          </a:p>
        </p:txBody>
      </p:sp>
      <p:sp>
        <p:nvSpPr>
          <p:cNvPr id="4" name="Retângulo 3"/>
          <p:cNvSpPr/>
          <p:nvPr/>
        </p:nvSpPr>
        <p:spPr>
          <a:xfrm>
            <a:off x="272603" y="927279"/>
            <a:ext cx="11646794" cy="830997"/>
          </a:xfrm>
          <a:prstGeom prst="rect">
            <a:avLst/>
          </a:prstGeom>
        </p:spPr>
        <p:txBody>
          <a:bodyPr wrap="square">
            <a:spAutoFit/>
          </a:bodyPr>
          <a:lstStyle/>
          <a:p>
            <a:endParaRPr lang="pt-BR" sz="2400" dirty="0"/>
          </a:p>
          <a:p>
            <a:endParaRPr lang="pt-BR" sz="2400" dirty="0"/>
          </a:p>
        </p:txBody>
      </p:sp>
      <p:sp>
        <p:nvSpPr>
          <p:cNvPr id="7" name="Retângulo 6"/>
          <p:cNvSpPr/>
          <p:nvPr/>
        </p:nvSpPr>
        <p:spPr>
          <a:xfrm>
            <a:off x="272603" y="1676438"/>
            <a:ext cx="11309797" cy="5262979"/>
          </a:xfrm>
          <a:prstGeom prst="rect">
            <a:avLst/>
          </a:prstGeom>
        </p:spPr>
        <p:txBody>
          <a:bodyPr wrap="square">
            <a:spAutoFit/>
          </a:bodyPr>
          <a:lstStyle/>
          <a:p>
            <a:r>
              <a:rPr lang="pt-BR" sz="2800" dirty="0"/>
              <a:t>Atribuição de Endereços dentro de uma Rede:</a:t>
            </a:r>
          </a:p>
          <a:p>
            <a:pPr marL="457200" indent="-457200">
              <a:buFont typeface="Arial" panose="020B0604020202020204" pitchFamily="34" charset="0"/>
              <a:buChar char="•"/>
            </a:pPr>
            <a:endParaRPr lang="pt-BR" sz="2800" dirty="0"/>
          </a:p>
          <a:p>
            <a:pPr marL="457200" indent="-457200">
              <a:buFont typeface="Arial" panose="020B0604020202020204" pitchFamily="34" charset="0"/>
              <a:buChar char="•"/>
            </a:pPr>
            <a:r>
              <a:rPr lang="pt-BR" sz="2800" dirty="0"/>
              <a:t>Os hosts estão associados com uma rede IPv4 por meio de uma porção comum de rede no endereço. Dentro de uma rede, há três tipos diferentes de hosts. Alguns exemplos de tipos diferentes de hosts:</a:t>
            </a:r>
          </a:p>
          <a:p>
            <a:pPr marL="914400" lvl="1" indent="-457200">
              <a:buFont typeface="Arial" panose="020B0604020202020204" pitchFamily="34" charset="0"/>
              <a:buChar char="•"/>
            </a:pPr>
            <a:r>
              <a:rPr lang="pt-BR" sz="2800" dirty="0"/>
              <a:t>Dispositivos finais para usuários</a:t>
            </a:r>
          </a:p>
          <a:p>
            <a:pPr marL="914400" lvl="1" indent="-457200">
              <a:buFont typeface="Arial" panose="020B0604020202020204" pitchFamily="34" charset="0"/>
              <a:buChar char="•"/>
            </a:pPr>
            <a:r>
              <a:rPr lang="pt-BR" sz="2800" dirty="0"/>
              <a:t>Servidores e periféricos</a:t>
            </a:r>
          </a:p>
          <a:p>
            <a:pPr marL="914400" lvl="1" indent="-457200">
              <a:buFont typeface="Arial" panose="020B0604020202020204" pitchFamily="34" charset="0"/>
              <a:buChar char="•"/>
            </a:pPr>
            <a:r>
              <a:rPr lang="pt-BR" sz="2800" dirty="0"/>
              <a:t>Hosts acessíveis a partir da Internet</a:t>
            </a:r>
          </a:p>
          <a:p>
            <a:pPr marL="914400" lvl="1" indent="-457200">
              <a:buFont typeface="Arial" panose="020B0604020202020204" pitchFamily="34" charset="0"/>
              <a:buChar char="•"/>
            </a:pPr>
            <a:r>
              <a:rPr lang="pt-BR" sz="2800" dirty="0"/>
              <a:t>Dispositivos intermediários</a:t>
            </a:r>
          </a:p>
          <a:p>
            <a:pPr marL="457200" indent="-457200">
              <a:buFont typeface="Arial" panose="020B0604020202020204" pitchFamily="34" charset="0"/>
              <a:buChar char="•"/>
            </a:pPr>
            <a:endParaRPr lang="pt-BR" sz="2800" dirty="0"/>
          </a:p>
          <a:p>
            <a:pPr marL="457200" indent="-457200">
              <a:buFont typeface="Arial" panose="020B0604020202020204" pitchFamily="34" charset="0"/>
              <a:buChar char="•"/>
            </a:pPr>
            <a:r>
              <a:rPr lang="pt-BR" sz="2800" dirty="0"/>
              <a:t>Cada um desses tipos diferentes de dispositivo deve estar alocado a um intervalo de endereços lógico dentro do intervalo de endereço da rede.</a:t>
            </a:r>
          </a:p>
        </p:txBody>
      </p:sp>
    </p:spTree>
    <p:extLst>
      <p:ext uri="{BB962C8B-B14F-4D97-AF65-F5344CB8AC3E}">
        <p14:creationId xmlns:p14="http://schemas.microsoft.com/office/powerpoint/2010/main" val="209532567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534838" y="775321"/>
            <a:ext cx="11384559" cy="652641"/>
          </a:xfrm>
        </p:spPr>
        <p:txBody>
          <a:bodyPr>
            <a:normAutofit/>
          </a:bodyPr>
          <a:lstStyle/>
          <a:p>
            <a:r>
              <a:rPr lang="pt-BR" dirty="0"/>
              <a:t>Endereços IPv4 – Planejamento de endereço de Rede</a:t>
            </a:r>
          </a:p>
        </p:txBody>
      </p:sp>
      <p:sp>
        <p:nvSpPr>
          <p:cNvPr id="3" name="Retângulo 2"/>
          <p:cNvSpPr/>
          <p:nvPr/>
        </p:nvSpPr>
        <p:spPr>
          <a:xfrm>
            <a:off x="330558" y="1276004"/>
            <a:ext cx="11861442" cy="584775"/>
          </a:xfrm>
          <a:prstGeom prst="rect">
            <a:avLst/>
          </a:prstGeom>
        </p:spPr>
        <p:txBody>
          <a:bodyPr wrap="square">
            <a:spAutoFit/>
          </a:bodyPr>
          <a:lstStyle/>
          <a:p>
            <a:endParaRPr lang="pt-BR" sz="3200" dirty="0"/>
          </a:p>
        </p:txBody>
      </p:sp>
      <p:sp>
        <p:nvSpPr>
          <p:cNvPr id="4" name="Retângulo 3"/>
          <p:cNvSpPr/>
          <p:nvPr/>
        </p:nvSpPr>
        <p:spPr>
          <a:xfrm>
            <a:off x="272603" y="927279"/>
            <a:ext cx="11646794" cy="830997"/>
          </a:xfrm>
          <a:prstGeom prst="rect">
            <a:avLst/>
          </a:prstGeom>
        </p:spPr>
        <p:txBody>
          <a:bodyPr wrap="square">
            <a:spAutoFit/>
          </a:bodyPr>
          <a:lstStyle/>
          <a:p>
            <a:endParaRPr lang="pt-BR" sz="2400" dirty="0"/>
          </a:p>
          <a:p>
            <a:endParaRPr lang="pt-BR" sz="2400" dirty="0"/>
          </a:p>
        </p:txBody>
      </p:sp>
      <p:pic>
        <p:nvPicPr>
          <p:cNvPr id="5" name="Imagem 4"/>
          <p:cNvPicPr>
            <a:picLocks noChangeAspect="1"/>
          </p:cNvPicPr>
          <p:nvPr/>
        </p:nvPicPr>
        <p:blipFill rotWithShape="1">
          <a:blip r:embed="rId2"/>
          <a:srcRect l="36085" t="19896" r="2781" b="28827"/>
          <a:stretch/>
        </p:blipFill>
        <p:spPr>
          <a:xfrm>
            <a:off x="1552272" y="1928645"/>
            <a:ext cx="8808026" cy="4867593"/>
          </a:xfrm>
          <a:prstGeom prst="rect">
            <a:avLst/>
          </a:prstGeom>
        </p:spPr>
      </p:pic>
    </p:spTree>
    <p:extLst>
      <p:ext uri="{BB962C8B-B14F-4D97-AF65-F5344CB8AC3E}">
        <p14:creationId xmlns:p14="http://schemas.microsoft.com/office/powerpoint/2010/main" val="49153324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24688" y="830566"/>
            <a:ext cx="11371049" cy="652641"/>
          </a:xfrm>
        </p:spPr>
        <p:txBody>
          <a:bodyPr>
            <a:normAutofit/>
          </a:bodyPr>
          <a:lstStyle/>
          <a:p>
            <a:r>
              <a:rPr lang="pt-BR" dirty="0"/>
              <a:t>Endereços IPv4 – Planejamento de endereço de Rede</a:t>
            </a:r>
          </a:p>
        </p:txBody>
      </p:sp>
      <p:sp>
        <p:nvSpPr>
          <p:cNvPr id="3" name="Retângulo 2"/>
          <p:cNvSpPr/>
          <p:nvPr/>
        </p:nvSpPr>
        <p:spPr>
          <a:xfrm>
            <a:off x="330558" y="1276004"/>
            <a:ext cx="11861442" cy="584775"/>
          </a:xfrm>
          <a:prstGeom prst="rect">
            <a:avLst/>
          </a:prstGeom>
        </p:spPr>
        <p:txBody>
          <a:bodyPr wrap="square">
            <a:spAutoFit/>
          </a:bodyPr>
          <a:lstStyle/>
          <a:p>
            <a:endParaRPr lang="pt-BR" sz="3200" dirty="0"/>
          </a:p>
        </p:txBody>
      </p:sp>
      <p:sp>
        <p:nvSpPr>
          <p:cNvPr id="4" name="Retângulo 3"/>
          <p:cNvSpPr/>
          <p:nvPr/>
        </p:nvSpPr>
        <p:spPr>
          <a:xfrm>
            <a:off x="272603" y="927279"/>
            <a:ext cx="11646794" cy="830997"/>
          </a:xfrm>
          <a:prstGeom prst="rect">
            <a:avLst/>
          </a:prstGeom>
        </p:spPr>
        <p:txBody>
          <a:bodyPr wrap="square">
            <a:spAutoFit/>
          </a:bodyPr>
          <a:lstStyle/>
          <a:p>
            <a:endParaRPr lang="pt-BR" sz="2400" dirty="0"/>
          </a:p>
          <a:p>
            <a:endParaRPr lang="pt-BR" sz="2400" dirty="0"/>
          </a:p>
        </p:txBody>
      </p:sp>
      <p:pic>
        <p:nvPicPr>
          <p:cNvPr id="6" name="Imagem 5"/>
          <p:cNvPicPr>
            <a:picLocks noChangeAspect="1"/>
          </p:cNvPicPr>
          <p:nvPr/>
        </p:nvPicPr>
        <p:blipFill rotWithShape="1">
          <a:blip r:embed="rId2"/>
          <a:srcRect l="36594" t="19896" r="1002" b="22016"/>
          <a:stretch/>
        </p:blipFill>
        <p:spPr>
          <a:xfrm>
            <a:off x="1662176" y="1860778"/>
            <a:ext cx="8148122" cy="4997221"/>
          </a:xfrm>
          <a:prstGeom prst="rect">
            <a:avLst/>
          </a:prstGeom>
        </p:spPr>
      </p:pic>
    </p:spTree>
    <p:extLst>
      <p:ext uri="{BB962C8B-B14F-4D97-AF65-F5344CB8AC3E}">
        <p14:creationId xmlns:p14="http://schemas.microsoft.com/office/powerpoint/2010/main" val="299998155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561314" y="857663"/>
            <a:ext cx="11434423" cy="652641"/>
          </a:xfrm>
        </p:spPr>
        <p:txBody>
          <a:bodyPr>
            <a:normAutofit/>
          </a:bodyPr>
          <a:lstStyle/>
          <a:p>
            <a:r>
              <a:rPr lang="pt-BR" dirty="0"/>
              <a:t>Endereços IPv4 – Planejamento de endereço de Rede</a:t>
            </a:r>
          </a:p>
        </p:txBody>
      </p:sp>
      <p:sp>
        <p:nvSpPr>
          <p:cNvPr id="3" name="Retângulo 2"/>
          <p:cNvSpPr/>
          <p:nvPr/>
        </p:nvSpPr>
        <p:spPr>
          <a:xfrm>
            <a:off x="330558" y="1276004"/>
            <a:ext cx="11861442" cy="584775"/>
          </a:xfrm>
          <a:prstGeom prst="rect">
            <a:avLst/>
          </a:prstGeom>
        </p:spPr>
        <p:txBody>
          <a:bodyPr wrap="square">
            <a:spAutoFit/>
          </a:bodyPr>
          <a:lstStyle/>
          <a:p>
            <a:endParaRPr lang="pt-BR" sz="3200" dirty="0"/>
          </a:p>
        </p:txBody>
      </p:sp>
      <p:sp>
        <p:nvSpPr>
          <p:cNvPr id="4" name="Retângulo 3"/>
          <p:cNvSpPr/>
          <p:nvPr/>
        </p:nvSpPr>
        <p:spPr>
          <a:xfrm>
            <a:off x="272603" y="927279"/>
            <a:ext cx="11646794" cy="830997"/>
          </a:xfrm>
          <a:prstGeom prst="rect">
            <a:avLst/>
          </a:prstGeom>
        </p:spPr>
        <p:txBody>
          <a:bodyPr wrap="square">
            <a:spAutoFit/>
          </a:bodyPr>
          <a:lstStyle/>
          <a:p>
            <a:endParaRPr lang="pt-BR" sz="2400" dirty="0"/>
          </a:p>
          <a:p>
            <a:endParaRPr lang="pt-BR" sz="2400" dirty="0"/>
          </a:p>
        </p:txBody>
      </p:sp>
      <p:pic>
        <p:nvPicPr>
          <p:cNvPr id="5" name="Imagem 4"/>
          <p:cNvPicPr>
            <a:picLocks noChangeAspect="1"/>
          </p:cNvPicPr>
          <p:nvPr/>
        </p:nvPicPr>
        <p:blipFill rotWithShape="1">
          <a:blip r:embed="rId2"/>
          <a:srcRect l="36509" t="20410" r="1173" b="21759"/>
          <a:stretch/>
        </p:blipFill>
        <p:spPr>
          <a:xfrm>
            <a:off x="1745114" y="1827892"/>
            <a:ext cx="8227022" cy="5030108"/>
          </a:xfrm>
          <a:prstGeom prst="rect">
            <a:avLst/>
          </a:prstGeom>
        </p:spPr>
      </p:pic>
    </p:spTree>
    <p:extLst>
      <p:ext uri="{BB962C8B-B14F-4D97-AF65-F5344CB8AC3E}">
        <p14:creationId xmlns:p14="http://schemas.microsoft.com/office/powerpoint/2010/main" val="60977617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517585" y="824776"/>
            <a:ext cx="11401812" cy="652641"/>
          </a:xfrm>
        </p:spPr>
        <p:txBody>
          <a:bodyPr>
            <a:normAutofit/>
          </a:bodyPr>
          <a:lstStyle/>
          <a:p>
            <a:r>
              <a:rPr lang="pt-BR" dirty="0"/>
              <a:t>Endereços IPv4 – Planejamento de endereço de Rede</a:t>
            </a:r>
          </a:p>
        </p:txBody>
      </p:sp>
      <p:sp>
        <p:nvSpPr>
          <p:cNvPr id="3" name="Retângulo 2"/>
          <p:cNvSpPr/>
          <p:nvPr/>
        </p:nvSpPr>
        <p:spPr>
          <a:xfrm>
            <a:off x="330558" y="1276004"/>
            <a:ext cx="11861442" cy="584775"/>
          </a:xfrm>
          <a:prstGeom prst="rect">
            <a:avLst/>
          </a:prstGeom>
        </p:spPr>
        <p:txBody>
          <a:bodyPr wrap="square">
            <a:spAutoFit/>
          </a:bodyPr>
          <a:lstStyle/>
          <a:p>
            <a:endParaRPr lang="pt-BR" sz="3200" dirty="0"/>
          </a:p>
        </p:txBody>
      </p:sp>
      <p:sp>
        <p:nvSpPr>
          <p:cNvPr id="4" name="Retângulo 3"/>
          <p:cNvSpPr/>
          <p:nvPr/>
        </p:nvSpPr>
        <p:spPr>
          <a:xfrm>
            <a:off x="272603" y="927279"/>
            <a:ext cx="11646794" cy="830997"/>
          </a:xfrm>
          <a:prstGeom prst="rect">
            <a:avLst/>
          </a:prstGeom>
        </p:spPr>
        <p:txBody>
          <a:bodyPr wrap="square">
            <a:spAutoFit/>
          </a:bodyPr>
          <a:lstStyle/>
          <a:p>
            <a:endParaRPr lang="pt-BR" sz="2400" dirty="0"/>
          </a:p>
          <a:p>
            <a:endParaRPr lang="pt-BR" sz="2400" dirty="0"/>
          </a:p>
        </p:txBody>
      </p:sp>
      <p:pic>
        <p:nvPicPr>
          <p:cNvPr id="6" name="Imagem 5"/>
          <p:cNvPicPr>
            <a:picLocks noChangeAspect="1"/>
          </p:cNvPicPr>
          <p:nvPr/>
        </p:nvPicPr>
        <p:blipFill rotWithShape="1">
          <a:blip r:embed="rId2"/>
          <a:srcRect l="36001" t="20666" r="1172" b="15718"/>
          <a:stretch/>
        </p:blipFill>
        <p:spPr>
          <a:xfrm>
            <a:off x="1974155" y="1883184"/>
            <a:ext cx="7457199" cy="4974816"/>
          </a:xfrm>
          <a:prstGeom prst="rect">
            <a:avLst/>
          </a:prstGeom>
        </p:spPr>
      </p:pic>
    </p:spTree>
    <p:extLst>
      <p:ext uri="{BB962C8B-B14F-4D97-AF65-F5344CB8AC3E}">
        <p14:creationId xmlns:p14="http://schemas.microsoft.com/office/powerpoint/2010/main" val="182814680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560717" y="805266"/>
            <a:ext cx="11358680" cy="652641"/>
          </a:xfrm>
        </p:spPr>
        <p:txBody>
          <a:bodyPr>
            <a:normAutofit/>
          </a:bodyPr>
          <a:lstStyle/>
          <a:p>
            <a:r>
              <a:rPr lang="pt-BR" dirty="0"/>
              <a:t>Endereços IPv4 – Planejamento de endereço de Rede</a:t>
            </a:r>
          </a:p>
        </p:txBody>
      </p:sp>
      <p:sp>
        <p:nvSpPr>
          <p:cNvPr id="3" name="Retângulo 2"/>
          <p:cNvSpPr/>
          <p:nvPr/>
        </p:nvSpPr>
        <p:spPr>
          <a:xfrm>
            <a:off x="330558" y="1276004"/>
            <a:ext cx="11861442" cy="584775"/>
          </a:xfrm>
          <a:prstGeom prst="rect">
            <a:avLst/>
          </a:prstGeom>
        </p:spPr>
        <p:txBody>
          <a:bodyPr wrap="square">
            <a:spAutoFit/>
          </a:bodyPr>
          <a:lstStyle/>
          <a:p>
            <a:endParaRPr lang="pt-BR" sz="3200" dirty="0"/>
          </a:p>
        </p:txBody>
      </p:sp>
      <p:sp>
        <p:nvSpPr>
          <p:cNvPr id="4" name="Retângulo 3"/>
          <p:cNvSpPr/>
          <p:nvPr/>
        </p:nvSpPr>
        <p:spPr>
          <a:xfrm>
            <a:off x="272603" y="927279"/>
            <a:ext cx="11646794" cy="830997"/>
          </a:xfrm>
          <a:prstGeom prst="rect">
            <a:avLst/>
          </a:prstGeom>
        </p:spPr>
        <p:txBody>
          <a:bodyPr wrap="square">
            <a:spAutoFit/>
          </a:bodyPr>
          <a:lstStyle/>
          <a:p>
            <a:endParaRPr lang="pt-BR" sz="2400" dirty="0"/>
          </a:p>
          <a:p>
            <a:endParaRPr lang="pt-BR" sz="2400" dirty="0"/>
          </a:p>
        </p:txBody>
      </p:sp>
      <p:pic>
        <p:nvPicPr>
          <p:cNvPr id="5" name="Imagem 4"/>
          <p:cNvPicPr>
            <a:picLocks noChangeAspect="1"/>
          </p:cNvPicPr>
          <p:nvPr/>
        </p:nvPicPr>
        <p:blipFill rotWithShape="1">
          <a:blip r:embed="rId2"/>
          <a:srcRect l="36340" t="20024" r="1173" b="15591"/>
          <a:stretch/>
        </p:blipFill>
        <p:spPr>
          <a:xfrm>
            <a:off x="2423510" y="1810178"/>
            <a:ext cx="7435714" cy="5047821"/>
          </a:xfrm>
          <a:prstGeom prst="rect">
            <a:avLst/>
          </a:prstGeom>
        </p:spPr>
      </p:pic>
    </p:spTree>
    <p:extLst>
      <p:ext uri="{BB962C8B-B14F-4D97-AF65-F5344CB8AC3E}">
        <p14:creationId xmlns:p14="http://schemas.microsoft.com/office/powerpoint/2010/main" val="225467210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46981" y="836348"/>
            <a:ext cx="11272416" cy="652641"/>
          </a:xfrm>
        </p:spPr>
        <p:txBody>
          <a:bodyPr>
            <a:normAutofit/>
          </a:bodyPr>
          <a:lstStyle/>
          <a:p>
            <a:r>
              <a:rPr lang="pt-BR" dirty="0"/>
              <a:t>Endereços IPv4 – Planejamento de endereço de Rede</a:t>
            </a:r>
          </a:p>
        </p:txBody>
      </p:sp>
      <p:sp>
        <p:nvSpPr>
          <p:cNvPr id="3" name="Retângulo 2"/>
          <p:cNvSpPr/>
          <p:nvPr/>
        </p:nvSpPr>
        <p:spPr>
          <a:xfrm>
            <a:off x="330558" y="2025908"/>
            <a:ext cx="11861442" cy="4832092"/>
          </a:xfrm>
          <a:prstGeom prst="rect">
            <a:avLst/>
          </a:prstGeom>
        </p:spPr>
        <p:txBody>
          <a:bodyPr wrap="square">
            <a:spAutoFit/>
          </a:bodyPr>
          <a:lstStyle/>
          <a:p>
            <a:pPr marL="457200" indent="-457200">
              <a:buFont typeface="Arial" panose="020B0604020202020204" pitchFamily="34" charset="0"/>
              <a:buChar char="•"/>
            </a:pPr>
            <a:r>
              <a:rPr lang="pt-BR" sz="2800" dirty="0"/>
              <a:t>Uma parte importante ao se planejar um esquema de endereços IPv4 é decidir quando é preciso usar endereços privados e onde devem ser aplicados.</a:t>
            </a:r>
          </a:p>
          <a:p>
            <a:endParaRPr lang="pt-BR" sz="2800" dirty="0"/>
          </a:p>
          <a:p>
            <a:pPr marL="457200" indent="-457200">
              <a:buFont typeface="Arial" panose="020B0604020202020204" pitchFamily="34" charset="0"/>
              <a:buChar char="•"/>
            </a:pPr>
            <a:r>
              <a:rPr lang="pt-BR" sz="2800" dirty="0"/>
              <a:t>As considerações incluem:</a:t>
            </a:r>
          </a:p>
          <a:p>
            <a:pPr marL="914400" lvl="1" indent="-457200">
              <a:buFont typeface="Arial" panose="020B0604020202020204" pitchFamily="34" charset="0"/>
              <a:buChar char="•"/>
            </a:pPr>
            <a:r>
              <a:rPr lang="pt-BR" sz="2800" dirty="0"/>
              <a:t>Haverá mais dispositivos conectados à rede do que endereços públicos alocados pelo provedor de Internet?</a:t>
            </a:r>
          </a:p>
          <a:p>
            <a:pPr marL="914400" lvl="1" indent="-457200">
              <a:buFont typeface="Arial" panose="020B0604020202020204" pitchFamily="34" charset="0"/>
              <a:buChar char="•"/>
            </a:pPr>
            <a:r>
              <a:rPr lang="pt-BR" sz="2800" dirty="0"/>
              <a:t>Os dispositivos precisarão ser acessados de fora da rede local?</a:t>
            </a:r>
          </a:p>
          <a:p>
            <a:pPr marL="914400" lvl="1" indent="-457200">
              <a:buFont typeface="Arial" panose="020B0604020202020204" pitchFamily="34" charset="0"/>
              <a:buChar char="•"/>
            </a:pPr>
            <a:r>
              <a:rPr lang="pt-BR" sz="2800" dirty="0"/>
              <a:t>Se os dispositivos aos quais podem ser atribuídos endereços privados exigirem acesso à Internet, a rede é capaz de fornecer o serviço de Tradução de Endereço de Rede (NAT)?</a:t>
            </a:r>
          </a:p>
        </p:txBody>
      </p:sp>
      <p:sp>
        <p:nvSpPr>
          <p:cNvPr id="4" name="Retângulo 3"/>
          <p:cNvSpPr/>
          <p:nvPr/>
        </p:nvSpPr>
        <p:spPr>
          <a:xfrm>
            <a:off x="272603" y="927279"/>
            <a:ext cx="11646794" cy="830997"/>
          </a:xfrm>
          <a:prstGeom prst="rect">
            <a:avLst/>
          </a:prstGeom>
        </p:spPr>
        <p:txBody>
          <a:bodyPr wrap="square">
            <a:spAutoFit/>
          </a:bodyPr>
          <a:lstStyle/>
          <a:p>
            <a:endParaRPr lang="pt-BR" sz="2400" dirty="0"/>
          </a:p>
          <a:p>
            <a:endParaRPr lang="pt-BR" sz="2400" dirty="0"/>
          </a:p>
        </p:txBody>
      </p:sp>
    </p:spTree>
    <p:extLst>
      <p:ext uri="{BB962C8B-B14F-4D97-AF65-F5344CB8AC3E}">
        <p14:creationId xmlns:p14="http://schemas.microsoft.com/office/powerpoint/2010/main" val="175351281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724619" y="840151"/>
            <a:ext cx="11194778" cy="652641"/>
          </a:xfrm>
        </p:spPr>
        <p:txBody>
          <a:bodyPr>
            <a:normAutofit/>
          </a:bodyPr>
          <a:lstStyle/>
          <a:p>
            <a:r>
              <a:rPr lang="pt-BR" dirty="0"/>
              <a:t>Endereços IPv4 – Planejamento de endereço de Rede</a:t>
            </a:r>
          </a:p>
        </p:txBody>
      </p:sp>
      <p:sp>
        <p:nvSpPr>
          <p:cNvPr id="3" name="Retângulo 2"/>
          <p:cNvSpPr/>
          <p:nvPr/>
        </p:nvSpPr>
        <p:spPr>
          <a:xfrm>
            <a:off x="330558" y="2256665"/>
            <a:ext cx="11861442" cy="3108543"/>
          </a:xfrm>
          <a:prstGeom prst="rect">
            <a:avLst/>
          </a:prstGeom>
        </p:spPr>
        <p:txBody>
          <a:bodyPr wrap="square">
            <a:spAutoFit/>
          </a:bodyPr>
          <a:lstStyle/>
          <a:p>
            <a:pPr marL="457200" indent="-457200">
              <a:buFont typeface="Arial" panose="020B0604020202020204" pitchFamily="34" charset="0"/>
              <a:buChar char="•"/>
            </a:pPr>
            <a:r>
              <a:rPr lang="pt-BR" sz="2800" dirty="0"/>
              <a:t>Se há mais dispositivos do que endereços públicos disponíveis, somente os dispositivos que acessarão diretamente a Internet - como servidores Web - exigem endereço público. O serviço NAT permitiria que esses dispositivos com endereços privados partilhassem de modo eficaz os endereços públicos restantes.</a:t>
            </a:r>
          </a:p>
          <a:p>
            <a:endParaRPr lang="pt-BR" sz="2800" dirty="0"/>
          </a:p>
          <a:p>
            <a:pPr marL="457200" indent="-457200">
              <a:buFont typeface="Arial" panose="020B0604020202020204" pitchFamily="34" charset="0"/>
              <a:buChar char="•"/>
            </a:pPr>
            <a:endParaRPr lang="pt-BR" sz="2800" dirty="0"/>
          </a:p>
        </p:txBody>
      </p:sp>
      <p:sp>
        <p:nvSpPr>
          <p:cNvPr id="4" name="Retângulo 3"/>
          <p:cNvSpPr/>
          <p:nvPr/>
        </p:nvSpPr>
        <p:spPr>
          <a:xfrm>
            <a:off x="272603" y="927279"/>
            <a:ext cx="11646794" cy="830997"/>
          </a:xfrm>
          <a:prstGeom prst="rect">
            <a:avLst/>
          </a:prstGeom>
        </p:spPr>
        <p:txBody>
          <a:bodyPr wrap="square">
            <a:spAutoFit/>
          </a:bodyPr>
          <a:lstStyle/>
          <a:p>
            <a:endParaRPr lang="pt-BR" sz="2400" dirty="0"/>
          </a:p>
          <a:p>
            <a:endParaRPr lang="pt-BR" sz="2400" dirty="0"/>
          </a:p>
        </p:txBody>
      </p:sp>
    </p:spTree>
    <p:extLst>
      <p:ext uri="{BB962C8B-B14F-4D97-AF65-F5344CB8AC3E}">
        <p14:creationId xmlns:p14="http://schemas.microsoft.com/office/powerpoint/2010/main" val="363762755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42795" y="806263"/>
            <a:ext cx="11276601" cy="652641"/>
          </a:xfrm>
        </p:spPr>
        <p:txBody>
          <a:bodyPr>
            <a:normAutofit/>
          </a:bodyPr>
          <a:lstStyle/>
          <a:p>
            <a:r>
              <a:rPr lang="pt-BR" dirty="0"/>
              <a:t>Endereços IPv4 – Planejamento de endereço de Rede</a:t>
            </a:r>
          </a:p>
        </p:txBody>
      </p:sp>
      <p:sp>
        <p:nvSpPr>
          <p:cNvPr id="3" name="Retângulo 2"/>
          <p:cNvSpPr/>
          <p:nvPr/>
        </p:nvSpPr>
        <p:spPr>
          <a:xfrm>
            <a:off x="330558" y="1276004"/>
            <a:ext cx="11861442" cy="954107"/>
          </a:xfrm>
          <a:prstGeom prst="rect">
            <a:avLst/>
          </a:prstGeom>
        </p:spPr>
        <p:txBody>
          <a:bodyPr wrap="square">
            <a:spAutoFit/>
          </a:bodyPr>
          <a:lstStyle/>
          <a:p>
            <a:endParaRPr lang="pt-BR" sz="2800" dirty="0"/>
          </a:p>
          <a:p>
            <a:pPr marL="457200" indent="-457200">
              <a:buFont typeface="Arial" panose="020B0604020202020204" pitchFamily="34" charset="0"/>
              <a:buChar char="•"/>
            </a:pPr>
            <a:endParaRPr lang="pt-BR" sz="2800" dirty="0"/>
          </a:p>
        </p:txBody>
      </p:sp>
      <p:sp>
        <p:nvSpPr>
          <p:cNvPr id="4" name="Retângulo 3"/>
          <p:cNvSpPr/>
          <p:nvPr/>
        </p:nvSpPr>
        <p:spPr>
          <a:xfrm>
            <a:off x="272603" y="927279"/>
            <a:ext cx="11646794" cy="830997"/>
          </a:xfrm>
          <a:prstGeom prst="rect">
            <a:avLst/>
          </a:prstGeom>
        </p:spPr>
        <p:txBody>
          <a:bodyPr wrap="square">
            <a:spAutoFit/>
          </a:bodyPr>
          <a:lstStyle/>
          <a:p>
            <a:endParaRPr lang="pt-BR" sz="2400" dirty="0"/>
          </a:p>
          <a:p>
            <a:endParaRPr lang="pt-BR" sz="2400" dirty="0"/>
          </a:p>
        </p:txBody>
      </p:sp>
      <p:pic>
        <p:nvPicPr>
          <p:cNvPr id="5" name="Imagem 4"/>
          <p:cNvPicPr>
            <a:picLocks noChangeAspect="1"/>
          </p:cNvPicPr>
          <p:nvPr/>
        </p:nvPicPr>
        <p:blipFill rotWithShape="1">
          <a:blip r:embed="rId2"/>
          <a:srcRect l="34138" t="19766" r="2019" b="16362"/>
          <a:stretch/>
        </p:blipFill>
        <p:spPr>
          <a:xfrm>
            <a:off x="2085767" y="1812173"/>
            <a:ext cx="7515433" cy="4953806"/>
          </a:xfrm>
          <a:prstGeom prst="rect">
            <a:avLst/>
          </a:prstGeom>
        </p:spPr>
      </p:pic>
    </p:spTree>
    <p:extLst>
      <p:ext uri="{BB962C8B-B14F-4D97-AF65-F5344CB8AC3E}">
        <p14:creationId xmlns:p14="http://schemas.microsoft.com/office/powerpoint/2010/main" val="386582170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42796" y="844937"/>
            <a:ext cx="11276601" cy="652641"/>
          </a:xfrm>
        </p:spPr>
        <p:txBody>
          <a:bodyPr>
            <a:normAutofit/>
          </a:bodyPr>
          <a:lstStyle/>
          <a:p>
            <a:r>
              <a:rPr lang="pt-BR" dirty="0"/>
              <a:t>Endereços IPv4 – Planejamento de endereço de Rede</a:t>
            </a:r>
          </a:p>
        </p:txBody>
      </p:sp>
      <p:sp>
        <p:nvSpPr>
          <p:cNvPr id="3" name="Retângulo 2"/>
          <p:cNvSpPr/>
          <p:nvPr/>
        </p:nvSpPr>
        <p:spPr>
          <a:xfrm>
            <a:off x="330558" y="1276004"/>
            <a:ext cx="11861442" cy="954107"/>
          </a:xfrm>
          <a:prstGeom prst="rect">
            <a:avLst/>
          </a:prstGeom>
        </p:spPr>
        <p:txBody>
          <a:bodyPr wrap="square">
            <a:spAutoFit/>
          </a:bodyPr>
          <a:lstStyle/>
          <a:p>
            <a:endParaRPr lang="pt-BR" sz="2800" dirty="0"/>
          </a:p>
          <a:p>
            <a:pPr marL="457200" indent="-457200">
              <a:buFont typeface="Arial" panose="020B0604020202020204" pitchFamily="34" charset="0"/>
              <a:buChar char="•"/>
            </a:pPr>
            <a:endParaRPr lang="pt-BR" sz="2800" dirty="0"/>
          </a:p>
        </p:txBody>
      </p:sp>
      <p:sp>
        <p:nvSpPr>
          <p:cNvPr id="4" name="Retângulo 3"/>
          <p:cNvSpPr/>
          <p:nvPr/>
        </p:nvSpPr>
        <p:spPr>
          <a:xfrm>
            <a:off x="272603" y="927279"/>
            <a:ext cx="11646794" cy="830997"/>
          </a:xfrm>
          <a:prstGeom prst="rect">
            <a:avLst/>
          </a:prstGeom>
        </p:spPr>
        <p:txBody>
          <a:bodyPr wrap="square">
            <a:spAutoFit/>
          </a:bodyPr>
          <a:lstStyle/>
          <a:p>
            <a:endParaRPr lang="pt-BR" sz="2400" dirty="0"/>
          </a:p>
          <a:p>
            <a:endParaRPr lang="pt-BR" sz="2400" dirty="0"/>
          </a:p>
        </p:txBody>
      </p:sp>
      <p:pic>
        <p:nvPicPr>
          <p:cNvPr id="6" name="Imagem 5"/>
          <p:cNvPicPr>
            <a:picLocks noChangeAspect="1"/>
          </p:cNvPicPr>
          <p:nvPr/>
        </p:nvPicPr>
        <p:blipFill rotWithShape="1">
          <a:blip r:embed="rId2"/>
          <a:srcRect l="35493" t="19766" r="664" b="16234"/>
          <a:stretch/>
        </p:blipFill>
        <p:spPr>
          <a:xfrm>
            <a:off x="1836126" y="1889520"/>
            <a:ext cx="7445898" cy="4917847"/>
          </a:xfrm>
          <a:prstGeom prst="rect">
            <a:avLst/>
          </a:prstGeom>
        </p:spPr>
      </p:pic>
    </p:spTree>
    <p:extLst>
      <p:ext uri="{BB962C8B-B14F-4D97-AF65-F5344CB8AC3E}">
        <p14:creationId xmlns:p14="http://schemas.microsoft.com/office/powerpoint/2010/main" val="337043868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508957" y="751691"/>
            <a:ext cx="11410439" cy="1001366"/>
          </a:xfrm>
        </p:spPr>
        <p:txBody>
          <a:bodyPr>
            <a:normAutofit/>
          </a:bodyPr>
          <a:lstStyle/>
          <a:p>
            <a:r>
              <a:rPr lang="pt-BR" dirty="0"/>
              <a:t>Endereços IPv4 – Endereçamento Estático ou Dinâmico para dispositivos finais</a:t>
            </a:r>
          </a:p>
        </p:txBody>
      </p:sp>
      <p:sp>
        <p:nvSpPr>
          <p:cNvPr id="3" name="Retângulo 2"/>
          <p:cNvSpPr/>
          <p:nvPr/>
        </p:nvSpPr>
        <p:spPr>
          <a:xfrm>
            <a:off x="330558" y="1594056"/>
            <a:ext cx="11861442" cy="4832092"/>
          </a:xfrm>
          <a:prstGeom prst="rect">
            <a:avLst/>
          </a:prstGeom>
        </p:spPr>
        <p:txBody>
          <a:bodyPr wrap="square">
            <a:spAutoFit/>
          </a:bodyPr>
          <a:lstStyle/>
          <a:p>
            <a:endParaRPr lang="pt-BR" sz="2800" dirty="0"/>
          </a:p>
          <a:p>
            <a:r>
              <a:rPr lang="pt-BR" sz="2800" dirty="0"/>
              <a:t>Endereços para Dispositivos de Usuário:</a:t>
            </a:r>
          </a:p>
          <a:p>
            <a:pPr marL="457200" indent="-457200">
              <a:buFont typeface="Arial" panose="020B0604020202020204" pitchFamily="34" charset="0"/>
              <a:buChar char="•"/>
            </a:pPr>
            <a:endParaRPr lang="pt-BR" sz="2800" dirty="0"/>
          </a:p>
          <a:p>
            <a:pPr marL="457200" indent="-457200">
              <a:buFont typeface="Arial" panose="020B0604020202020204" pitchFamily="34" charset="0"/>
              <a:buChar char="•"/>
            </a:pPr>
            <a:r>
              <a:rPr lang="pt-BR" sz="2800" dirty="0"/>
              <a:t>Na maioria das redes de dados, a maior população de hosts inclui os dispositivos finais, como PCs, telefones IP, impressoras e PDAs. Visto que essa população representa o maior número de dispositivos dentro de uma rede, o maior número de endereços precisa ser alocado a esses hosts. </a:t>
            </a:r>
          </a:p>
          <a:p>
            <a:pPr marL="457200" indent="-457200">
              <a:buFont typeface="Arial" panose="020B0604020202020204" pitchFamily="34" charset="0"/>
              <a:buChar char="•"/>
            </a:pPr>
            <a:endParaRPr lang="pt-BR" sz="2800" dirty="0"/>
          </a:p>
          <a:p>
            <a:pPr marL="457200" indent="-457200">
              <a:buFont typeface="Arial" panose="020B0604020202020204" pitchFamily="34" charset="0"/>
              <a:buChar char="•"/>
            </a:pPr>
            <a:r>
              <a:rPr lang="pt-BR" sz="2800" dirty="0"/>
              <a:t>Os endereços IP podem ser atribuídos estática ou dinamicamente. </a:t>
            </a:r>
          </a:p>
          <a:p>
            <a:pPr marL="457200" indent="-457200">
              <a:buFont typeface="Arial" panose="020B0604020202020204" pitchFamily="34" charset="0"/>
              <a:buChar char="•"/>
            </a:pPr>
            <a:endParaRPr lang="pt-BR" sz="2800" dirty="0"/>
          </a:p>
          <a:p>
            <a:endParaRPr lang="pt-BR" sz="2800" dirty="0"/>
          </a:p>
        </p:txBody>
      </p:sp>
      <p:sp>
        <p:nvSpPr>
          <p:cNvPr id="4" name="Retângulo 3"/>
          <p:cNvSpPr/>
          <p:nvPr/>
        </p:nvSpPr>
        <p:spPr>
          <a:xfrm>
            <a:off x="272603" y="1337559"/>
            <a:ext cx="11646794" cy="830997"/>
          </a:xfrm>
          <a:prstGeom prst="rect">
            <a:avLst/>
          </a:prstGeom>
        </p:spPr>
        <p:txBody>
          <a:bodyPr wrap="square">
            <a:spAutoFit/>
          </a:bodyPr>
          <a:lstStyle/>
          <a:p>
            <a:endParaRPr lang="pt-BR" sz="2400" dirty="0"/>
          </a:p>
          <a:p>
            <a:endParaRPr lang="pt-BR" sz="2400" dirty="0"/>
          </a:p>
        </p:txBody>
      </p:sp>
    </p:spTree>
    <p:extLst>
      <p:ext uri="{BB962C8B-B14F-4D97-AF65-F5344CB8AC3E}">
        <p14:creationId xmlns:p14="http://schemas.microsoft.com/office/powerpoint/2010/main" val="321745035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543208" y="751691"/>
            <a:ext cx="11452530" cy="1001366"/>
          </a:xfrm>
        </p:spPr>
        <p:txBody>
          <a:bodyPr>
            <a:normAutofit/>
          </a:bodyPr>
          <a:lstStyle/>
          <a:p>
            <a:r>
              <a:rPr lang="pt-BR" dirty="0"/>
              <a:t>Endereços IPv4 – Endereçamento Estático ou Dinâmico para dispositivos finais</a:t>
            </a:r>
          </a:p>
        </p:txBody>
      </p:sp>
      <p:sp>
        <p:nvSpPr>
          <p:cNvPr id="3" name="Retângulo 2"/>
          <p:cNvSpPr/>
          <p:nvPr/>
        </p:nvSpPr>
        <p:spPr>
          <a:xfrm>
            <a:off x="330558" y="2159099"/>
            <a:ext cx="11861442" cy="3539430"/>
          </a:xfrm>
          <a:prstGeom prst="rect">
            <a:avLst/>
          </a:prstGeom>
        </p:spPr>
        <p:txBody>
          <a:bodyPr wrap="square">
            <a:spAutoFit/>
          </a:bodyPr>
          <a:lstStyle/>
          <a:p>
            <a:endParaRPr lang="pt-BR" sz="2800" dirty="0"/>
          </a:p>
          <a:p>
            <a:pPr marL="457200" indent="-457200">
              <a:buFont typeface="Arial" panose="020B0604020202020204" pitchFamily="34" charset="0"/>
              <a:buChar char="•"/>
            </a:pPr>
            <a:r>
              <a:rPr lang="pt-BR" sz="2800" dirty="0"/>
              <a:t>Atribuição Estática de Endereços</a:t>
            </a:r>
          </a:p>
          <a:p>
            <a:pPr marL="457200" indent="-457200">
              <a:buFont typeface="Arial" panose="020B0604020202020204" pitchFamily="34" charset="0"/>
              <a:buChar char="•"/>
            </a:pPr>
            <a:endParaRPr lang="pt-BR" sz="2800" dirty="0"/>
          </a:p>
          <a:p>
            <a:pPr marL="457200" indent="-457200">
              <a:buFont typeface="Arial" panose="020B0604020202020204" pitchFamily="34" charset="0"/>
              <a:buChar char="•"/>
            </a:pPr>
            <a:r>
              <a:rPr lang="pt-BR" sz="2800" dirty="0"/>
              <a:t>Com uma atribuição estática, o administrador da rede deve configurar manualmente as informações da rede para um host. No mínimo, isso inclui digitar o endereço IP do host, a máscara de </a:t>
            </a:r>
            <a:r>
              <a:rPr lang="pt-BR" sz="2800" dirty="0" err="1"/>
              <a:t>sub-rede</a:t>
            </a:r>
            <a:r>
              <a:rPr lang="pt-BR" sz="2800" dirty="0"/>
              <a:t> e o gateway padrão. </a:t>
            </a:r>
          </a:p>
          <a:p>
            <a:endParaRPr lang="pt-BR" sz="2800" dirty="0"/>
          </a:p>
          <a:p>
            <a:endParaRPr lang="pt-BR" sz="2800" dirty="0"/>
          </a:p>
        </p:txBody>
      </p:sp>
      <p:sp>
        <p:nvSpPr>
          <p:cNvPr id="4" name="Retângulo 3"/>
          <p:cNvSpPr/>
          <p:nvPr/>
        </p:nvSpPr>
        <p:spPr>
          <a:xfrm>
            <a:off x="272603" y="1337559"/>
            <a:ext cx="11646794" cy="830997"/>
          </a:xfrm>
          <a:prstGeom prst="rect">
            <a:avLst/>
          </a:prstGeom>
        </p:spPr>
        <p:txBody>
          <a:bodyPr wrap="square">
            <a:spAutoFit/>
          </a:bodyPr>
          <a:lstStyle/>
          <a:p>
            <a:endParaRPr lang="pt-BR" sz="2400" dirty="0"/>
          </a:p>
          <a:p>
            <a:endParaRPr lang="pt-BR" sz="2400" dirty="0"/>
          </a:p>
        </p:txBody>
      </p:sp>
    </p:spTree>
    <p:extLst>
      <p:ext uri="{BB962C8B-B14F-4D97-AF65-F5344CB8AC3E}">
        <p14:creationId xmlns:p14="http://schemas.microsoft.com/office/powerpoint/2010/main" val="290905429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570368" y="593655"/>
            <a:ext cx="11425370" cy="1001366"/>
          </a:xfrm>
        </p:spPr>
        <p:txBody>
          <a:bodyPr>
            <a:normAutofit/>
          </a:bodyPr>
          <a:lstStyle/>
          <a:p>
            <a:r>
              <a:rPr lang="pt-BR" dirty="0"/>
              <a:t>Endereços IPv4 – Endereçamento Estático ou Dinâmico para dispositivos finais</a:t>
            </a:r>
          </a:p>
        </p:txBody>
      </p:sp>
      <p:sp>
        <p:nvSpPr>
          <p:cNvPr id="3" name="Retângulo 2"/>
          <p:cNvSpPr/>
          <p:nvPr/>
        </p:nvSpPr>
        <p:spPr>
          <a:xfrm>
            <a:off x="352332" y="1957331"/>
            <a:ext cx="11861442" cy="5262979"/>
          </a:xfrm>
          <a:prstGeom prst="rect">
            <a:avLst/>
          </a:prstGeom>
        </p:spPr>
        <p:txBody>
          <a:bodyPr wrap="square">
            <a:spAutoFit/>
          </a:bodyPr>
          <a:lstStyle/>
          <a:p>
            <a:pPr marL="457200" indent="-457200">
              <a:buFont typeface="Arial" panose="020B0604020202020204" pitchFamily="34" charset="0"/>
              <a:buChar char="•"/>
            </a:pPr>
            <a:r>
              <a:rPr lang="pt-BR" sz="2800" dirty="0"/>
              <a:t>Os endereços estáticos têm algumas vantagens sobre os endereços dinâmicos. Por exemplo, são úteis para impressoras, servidores e outros dispositivos de rede que precisam ser acessíveis aos clientes na rede. Se os hosts normalmente acessam um servidor num determinado endereço IP, haveria problemas se esse endereço mudasse. Além disso, a atribuição estática de informações de endereçamento pode fornecer maior controle dos recursos da rede. Contudo, pode consumir muito tempo digitar as informações em cada host. </a:t>
            </a:r>
          </a:p>
          <a:p>
            <a:pPr marL="457200" indent="-457200">
              <a:buFont typeface="Arial" panose="020B0604020202020204" pitchFamily="34" charset="0"/>
              <a:buChar char="•"/>
            </a:pPr>
            <a:r>
              <a:rPr lang="pt-BR" sz="2800" dirty="0"/>
              <a:t>Ao usar o endereçamento IP estático, é necessário manter uma lista exata de atribuição de endereços IP para cada dispositivo. Esses são endereços permanentes e normalmente não são reutilizados.</a:t>
            </a:r>
          </a:p>
          <a:p>
            <a:endParaRPr lang="pt-BR" sz="2800" dirty="0"/>
          </a:p>
        </p:txBody>
      </p:sp>
      <p:sp>
        <p:nvSpPr>
          <p:cNvPr id="4" name="Retângulo 3"/>
          <p:cNvSpPr/>
          <p:nvPr/>
        </p:nvSpPr>
        <p:spPr>
          <a:xfrm>
            <a:off x="272603" y="1337559"/>
            <a:ext cx="11646794" cy="830997"/>
          </a:xfrm>
          <a:prstGeom prst="rect">
            <a:avLst/>
          </a:prstGeom>
        </p:spPr>
        <p:txBody>
          <a:bodyPr wrap="square">
            <a:spAutoFit/>
          </a:bodyPr>
          <a:lstStyle/>
          <a:p>
            <a:endParaRPr lang="pt-BR" sz="2400" dirty="0"/>
          </a:p>
          <a:p>
            <a:endParaRPr lang="pt-BR" sz="2400" dirty="0"/>
          </a:p>
        </p:txBody>
      </p:sp>
    </p:spTree>
    <p:extLst>
      <p:ext uri="{BB962C8B-B14F-4D97-AF65-F5344CB8AC3E}">
        <p14:creationId xmlns:p14="http://schemas.microsoft.com/office/powerpoint/2010/main" val="96955464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516047" y="604235"/>
            <a:ext cx="11403349" cy="1001366"/>
          </a:xfrm>
        </p:spPr>
        <p:txBody>
          <a:bodyPr>
            <a:normAutofit/>
          </a:bodyPr>
          <a:lstStyle/>
          <a:p>
            <a:r>
              <a:rPr lang="pt-BR" dirty="0"/>
              <a:t>Endereços IPv4 – Endereçamento Estático ou Dinâmico para dispositivos finais</a:t>
            </a:r>
          </a:p>
        </p:txBody>
      </p:sp>
      <p:sp>
        <p:nvSpPr>
          <p:cNvPr id="4" name="Retângulo 3"/>
          <p:cNvSpPr/>
          <p:nvPr/>
        </p:nvSpPr>
        <p:spPr>
          <a:xfrm>
            <a:off x="272603" y="1337559"/>
            <a:ext cx="11646794" cy="830997"/>
          </a:xfrm>
          <a:prstGeom prst="rect">
            <a:avLst/>
          </a:prstGeom>
        </p:spPr>
        <p:txBody>
          <a:bodyPr wrap="square">
            <a:spAutoFit/>
          </a:bodyPr>
          <a:lstStyle/>
          <a:p>
            <a:endParaRPr lang="pt-BR" sz="2400" dirty="0"/>
          </a:p>
          <a:p>
            <a:endParaRPr lang="pt-BR" sz="2400" dirty="0"/>
          </a:p>
        </p:txBody>
      </p:sp>
      <p:pic>
        <p:nvPicPr>
          <p:cNvPr id="5" name="Imagem 4"/>
          <p:cNvPicPr>
            <a:picLocks noChangeAspect="1"/>
          </p:cNvPicPr>
          <p:nvPr/>
        </p:nvPicPr>
        <p:blipFill rotWithShape="1">
          <a:blip r:embed="rId2"/>
          <a:srcRect l="34900" t="26396" r="1680" b="18932"/>
          <a:stretch/>
        </p:blipFill>
        <p:spPr>
          <a:xfrm>
            <a:off x="1629812" y="1993790"/>
            <a:ext cx="8353258" cy="4744407"/>
          </a:xfrm>
          <a:prstGeom prst="rect">
            <a:avLst/>
          </a:prstGeom>
        </p:spPr>
      </p:pic>
    </p:spTree>
    <p:extLst>
      <p:ext uri="{BB962C8B-B14F-4D97-AF65-F5344CB8AC3E}">
        <p14:creationId xmlns:p14="http://schemas.microsoft.com/office/powerpoint/2010/main" val="216642434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15635" y="654782"/>
            <a:ext cx="11303761" cy="1001366"/>
          </a:xfrm>
        </p:spPr>
        <p:txBody>
          <a:bodyPr>
            <a:normAutofit/>
          </a:bodyPr>
          <a:lstStyle/>
          <a:p>
            <a:r>
              <a:rPr lang="pt-BR" dirty="0"/>
              <a:t>Endereços IPv4 – Endereçamento Estático ou Dinâmico para dispositivos finais</a:t>
            </a:r>
          </a:p>
        </p:txBody>
      </p:sp>
      <p:sp>
        <p:nvSpPr>
          <p:cNvPr id="4" name="Retângulo 3"/>
          <p:cNvSpPr/>
          <p:nvPr/>
        </p:nvSpPr>
        <p:spPr>
          <a:xfrm>
            <a:off x="272603" y="2012420"/>
            <a:ext cx="11646794" cy="4524315"/>
          </a:xfrm>
          <a:prstGeom prst="rect">
            <a:avLst/>
          </a:prstGeom>
        </p:spPr>
        <p:txBody>
          <a:bodyPr wrap="square">
            <a:spAutoFit/>
          </a:bodyPr>
          <a:lstStyle/>
          <a:p>
            <a:r>
              <a:rPr lang="pt-BR" sz="2400" dirty="0"/>
              <a:t>Atribuição Dinâmica de Endereços:</a:t>
            </a:r>
          </a:p>
          <a:p>
            <a:endParaRPr lang="pt-BR" sz="2400" dirty="0"/>
          </a:p>
          <a:p>
            <a:pPr marL="342900" indent="-342900">
              <a:buFont typeface="Arial" panose="020B0604020202020204" pitchFamily="34" charset="0"/>
              <a:buChar char="•"/>
            </a:pPr>
            <a:r>
              <a:rPr lang="pt-BR" sz="2400" dirty="0"/>
              <a:t>Devido aos desafios associados ao gerenciamento de endereços estáticos, os dispositivos dos usuários finais em geral têm endereços dinamicamente atribuídos, usando o protocolo DHCP.</a:t>
            </a:r>
          </a:p>
          <a:p>
            <a:endParaRPr lang="pt-BR" sz="2400" dirty="0"/>
          </a:p>
          <a:p>
            <a:pPr marL="342900" indent="-342900">
              <a:buFont typeface="Arial" panose="020B0604020202020204" pitchFamily="34" charset="0"/>
              <a:buChar char="•"/>
            </a:pPr>
            <a:r>
              <a:rPr lang="pt-BR" sz="2400" dirty="0"/>
              <a:t>O DHCP ativa a atribuição automática de informações de endereçamento, como endereço IP, máscara de </a:t>
            </a:r>
            <a:r>
              <a:rPr lang="pt-BR" sz="2400" dirty="0" err="1"/>
              <a:t>sub-rede</a:t>
            </a:r>
            <a:r>
              <a:rPr lang="pt-BR" sz="2400" dirty="0"/>
              <a:t>, gateway padrão e outras informações de configuração. A configuração do servidor DHCP requer que um intervalo de endereços, chamado de conjunto de endereços, seja definido para ser atribuído aos clientes DHCP numa rede. Os endereços atribuídos a esse pool devem ser planejados para excluir quaisquer endereços usados para os outros tipos de dispositivos. </a:t>
            </a:r>
          </a:p>
        </p:txBody>
      </p:sp>
    </p:spTree>
    <p:extLst>
      <p:ext uri="{BB962C8B-B14F-4D97-AF65-F5344CB8AC3E}">
        <p14:creationId xmlns:p14="http://schemas.microsoft.com/office/powerpoint/2010/main" val="240254137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42796" y="721422"/>
            <a:ext cx="11352942" cy="1001366"/>
          </a:xfrm>
        </p:spPr>
        <p:txBody>
          <a:bodyPr>
            <a:normAutofit/>
          </a:bodyPr>
          <a:lstStyle/>
          <a:p>
            <a:r>
              <a:rPr lang="pt-BR" dirty="0"/>
              <a:t>Endereços IPv4 – Endereçamento Estático ou Dinâmico para dispositivos finais</a:t>
            </a:r>
          </a:p>
        </p:txBody>
      </p:sp>
      <p:sp>
        <p:nvSpPr>
          <p:cNvPr id="4" name="Retângulo 3"/>
          <p:cNvSpPr/>
          <p:nvPr/>
        </p:nvSpPr>
        <p:spPr>
          <a:xfrm>
            <a:off x="272603" y="2485390"/>
            <a:ext cx="11646794" cy="3046988"/>
          </a:xfrm>
          <a:prstGeom prst="rect">
            <a:avLst/>
          </a:prstGeom>
        </p:spPr>
        <p:txBody>
          <a:bodyPr wrap="square">
            <a:spAutoFit/>
          </a:bodyPr>
          <a:lstStyle/>
          <a:p>
            <a:pPr marL="342900" indent="-342900">
              <a:buFont typeface="Arial" panose="020B0604020202020204" pitchFamily="34" charset="0"/>
              <a:buChar char="•"/>
            </a:pPr>
            <a:r>
              <a:rPr lang="pt-BR" sz="2400" dirty="0"/>
              <a:t>O DHCP em geral é o método preferido de atribuição de endereços IP para hosts em redes grandes porque reduz a carga sobre a equipe de suporte de rede e praticamente elimina erros de entrada. </a:t>
            </a:r>
          </a:p>
          <a:p>
            <a:endParaRPr lang="pt-BR" sz="2400" dirty="0"/>
          </a:p>
          <a:p>
            <a:pPr marL="342900" indent="-342900">
              <a:buFont typeface="Arial" panose="020B0604020202020204" pitchFamily="34" charset="0"/>
              <a:buChar char="•"/>
            </a:pPr>
            <a:r>
              <a:rPr lang="pt-BR" sz="2400" dirty="0"/>
              <a:t>Outro benefício do DHCP e que o endereço não é permanentemente atribuído a um host, mas é só "alugado" por um período. Se o host for desligado ou removido da rede, o endereço retorna ao pool para ser reutilizado. Essa característica é especialmente útil para usuários móveis que entram e saem da rede.</a:t>
            </a:r>
          </a:p>
        </p:txBody>
      </p:sp>
    </p:spTree>
    <p:extLst>
      <p:ext uri="{BB962C8B-B14F-4D97-AF65-F5344CB8AC3E}">
        <p14:creationId xmlns:p14="http://schemas.microsoft.com/office/powerpoint/2010/main" val="406706794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551406" y="700715"/>
            <a:ext cx="11385243" cy="1001366"/>
          </a:xfrm>
        </p:spPr>
        <p:txBody>
          <a:bodyPr>
            <a:normAutofit/>
          </a:bodyPr>
          <a:lstStyle/>
          <a:p>
            <a:r>
              <a:rPr lang="pt-BR" dirty="0"/>
              <a:t>Endereços IPv4 – Endereçamento Estático ou Dinâmico para dispositivos finais</a:t>
            </a:r>
          </a:p>
        </p:txBody>
      </p:sp>
      <p:pic>
        <p:nvPicPr>
          <p:cNvPr id="3" name="Imagem 2"/>
          <p:cNvPicPr>
            <a:picLocks noChangeAspect="1"/>
          </p:cNvPicPr>
          <p:nvPr/>
        </p:nvPicPr>
        <p:blipFill rotWithShape="1">
          <a:blip r:embed="rId2"/>
          <a:srcRect l="34731" t="21309" r="834" b="22273"/>
          <a:stretch/>
        </p:blipFill>
        <p:spPr>
          <a:xfrm>
            <a:off x="1827740" y="1936601"/>
            <a:ext cx="8383837" cy="4836405"/>
          </a:xfrm>
          <a:prstGeom prst="rect">
            <a:avLst/>
          </a:prstGeom>
        </p:spPr>
      </p:pic>
    </p:spTree>
    <p:extLst>
      <p:ext uri="{BB962C8B-B14F-4D97-AF65-F5344CB8AC3E}">
        <p14:creationId xmlns:p14="http://schemas.microsoft.com/office/powerpoint/2010/main" val="244215814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06581" y="638385"/>
            <a:ext cx="11312815" cy="1001366"/>
          </a:xfrm>
        </p:spPr>
        <p:txBody>
          <a:bodyPr>
            <a:normAutofit/>
          </a:bodyPr>
          <a:lstStyle/>
          <a:p>
            <a:r>
              <a:rPr lang="pt-BR" dirty="0"/>
              <a:t>Endereços IPv4 – Endereçamento Estático ou Dinâmico para dispositivos finais</a:t>
            </a:r>
          </a:p>
        </p:txBody>
      </p:sp>
      <p:pic>
        <p:nvPicPr>
          <p:cNvPr id="4" name="Imagem 3"/>
          <p:cNvPicPr>
            <a:picLocks noChangeAspect="1"/>
          </p:cNvPicPr>
          <p:nvPr/>
        </p:nvPicPr>
        <p:blipFill rotWithShape="1">
          <a:blip r:embed="rId2"/>
          <a:srcRect l="35663" t="21438" r="918" b="23301"/>
          <a:stretch/>
        </p:blipFill>
        <p:spPr>
          <a:xfrm>
            <a:off x="1893842" y="1907169"/>
            <a:ext cx="8251634" cy="4737253"/>
          </a:xfrm>
          <a:prstGeom prst="rect">
            <a:avLst/>
          </a:prstGeom>
        </p:spPr>
      </p:pic>
    </p:spTree>
    <p:extLst>
      <p:ext uri="{BB962C8B-B14F-4D97-AF65-F5344CB8AC3E}">
        <p14:creationId xmlns:p14="http://schemas.microsoft.com/office/powerpoint/2010/main" val="119902802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525955" y="802782"/>
            <a:ext cx="11729582" cy="606711"/>
          </a:xfrm>
        </p:spPr>
        <p:txBody>
          <a:bodyPr>
            <a:normAutofit/>
          </a:bodyPr>
          <a:lstStyle/>
          <a:p>
            <a:r>
              <a:rPr lang="pt-BR" dirty="0"/>
              <a:t>Endereços IPv4 – Endereçamento para outros dispositivos</a:t>
            </a:r>
          </a:p>
        </p:txBody>
      </p:sp>
      <p:sp>
        <p:nvSpPr>
          <p:cNvPr id="3" name="Retângulo 2"/>
          <p:cNvSpPr/>
          <p:nvPr/>
        </p:nvSpPr>
        <p:spPr>
          <a:xfrm>
            <a:off x="285850" y="2013981"/>
            <a:ext cx="11810082" cy="4524315"/>
          </a:xfrm>
          <a:prstGeom prst="rect">
            <a:avLst/>
          </a:prstGeom>
        </p:spPr>
        <p:txBody>
          <a:bodyPr wrap="square">
            <a:spAutoFit/>
          </a:bodyPr>
          <a:lstStyle/>
          <a:p>
            <a:r>
              <a:rPr lang="pt-BR" sz="2400" dirty="0"/>
              <a:t>Endereços para Servidores e Periféricos:</a:t>
            </a:r>
          </a:p>
          <a:p>
            <a:endParaRPr lang="pt-BR" sz="2400" dirty="0"/>
          </a:p>
          <a:p>
            <a:pPr marL="342900" indent="-342900">
              <a:buFont typeface="Arial" panose="020B0604020202020204" pitchFamily="34" charset="0"/>
              <a:buChar char="•"/>
            </a:pPr>
            <a:r>
              <a:rPr lang="pt-BR" sz="2400" dirty="0"/>
              <a:t>Qualquer recurso de rede, como servidor ou impressora, deve receber um endereço IPv4 estático. Os hosts do cliente acessam esses recursos usando os endereços IPv4 desses dispositivos. Portanto, são necessários endereços previsíveis para cada um desses servidores e periféricos. </a:t>
            </a:r>
          </a:p>
          <a:p>
            <a:endParaRPr lang="pt-BR" sz="2400" dirty="0"/>
          </a:p>
          <a:p>
            <a:pPr marL="342900" indent="-342900">
              <a:buFont typeface="Arial" panose="020B0604020202020204" pitchFamily="34" charset="0"/>
              <a:buChar char="•"/>
            </a:pPr>
            <a:r>
              <a:rPr lang="pt-BR" sz="2400" dirty="0"/>
              <a:t>Os servidores e periféricos são pontos de concentração de tráfego de rede. Há muitos pacotes enviados para e dos endereços IPv4 desses dispositivos. Ao monitorar o tráfego de rede com uma ferramenta como o </a:t>
            </a:r>
            <a:r>
              <a:rPr lang="pt-BR" sz="2400" dirty="0" err="1"/>
              <a:t>Wireshark</a:t>
            </a:r>
            <a:r>
              <a:rPr lang="pt-BR" sz="2400" dirty="0"/>
              <a:t>, um administrador de rede deve poder identificar rapidamente esses dispositivos. Usar um sistema consistente de numeração para esses dispositivos facilita a identificação. </a:t>
            </a:r>
          </a:p>
        </p:txBody>
      </p:sp>
    </p:spTree>
    <p:extLst>
      <p:ext uri="{BB962C8B-B14F-4D97-AF65-F5344CB8AC3E}">
        <p14:creationId xmlns:p14="http://schemas.microsoft.com/office/powerpoint/2010/main" val="152440768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448572" y="764969"/>
            <a:ext cx="11824217" cy="606711"/>
          </a:xfrm>
        </p:spPr>
        <p:txBody>
          <a:bodyPr>
            <a:normAutofit/>
          </a:bodyPr>
          <a:lstStyle/>
          <a:p>
            <a:r>
              <a:rPr lang="pt-BR" dirty="0"/>
              <a:t>Endereços IPv4 – Endereçamento para outros dispositivos</a:t>
            </a:r>
          </a:p>
        </p:txBody>
      </p:sp>
      <p:sp>
        <p:nvSpPr>
          <p:cNvPr id="3" name="Retângulo 2"/>
          <p:cNvSpPr/>
          <p:nvPr/>
        </p:nvSpPr>
        <p:spPr>
          <a:xfrm>
            <a:off x="448573" y="2206567"/>
            <a:ext cx="11552467" cy="4093428"/>
          </a:xfrm>
          <a:prstGeom prst="rect">
            <a:avLst/>
          </a:prstGeom>
        </p:spPr>
        <p:txBody>
          <a:bodyPr wrap="square">
            <a:spAutoFit/>
          </a:bodyPr>
          <a:lstStyle/>
          <a:p>
            <a:r>
              <a:rPr lang="pt-BR" sz="2000" dirty="0"/>
              <a:t>Endereços para Hosts que São Acessíveis pela Internet:</a:t>
            </a:r>
          </a:p>
          <a:p>
            <a:endParaRPr lang="pt-BR" sz="2000" dirty="0"/>
          </a:p>
          <a:p>
            <a:pPr marL="342900" indent="-342900">
              <a:buFont typeface="Arial" panose="020B0604020202020204" pitchFamily="34" charset="0"/>
              <a:buChar char="•"/>
            </a:pPr>
            <a:r>
              <a:rPr lang="pt-BR" sz="2000" dirty="0"/>
              <a:t>Na maioria das redes, somente alguns dispositivos são acessíveis por hosts de fora da corporação. Na maior parte, esses dispositivos são servidores de algum tipo. Como acontece com todos os dispositivos numa rede que fornecem recursos de rede, os endereços IPv4 desses dispositivos deve ser estáticos. </a:t>
            </a:r>
          </a:p>
          <a:p>
            <a:endParaRPr lang="pt-BR" sz="2000" dirty="0"/>
          </a:p>
          <a:p>
            <a:pPr marL="342900" indent="-342900">
              <a:buFont typeface="Arial" panose="020B0604020202020204" pitchFamily="34" charset="0"/>
              <a:buChar char="•"/>
            </a:pPr>
            <a:r>
              <a:rPr lang="pt-BR" sz="2000" dirty="0"/>
              <a:t>No caso de servidores acessíveis pela Internet, cada um deles deve ter um endereço público associado a ele. Além disso, variações nos endereços de um desses dispositivos tornarão esses dispositivos inacessíveis a partir da Internet. Em muitos casos, esses dispositivos estão numa rede que é numerada usando endereços privativos. Isso significa que o roteador ou firewall no perímetro da rede deve ser configurado para converter o endereço interno do servidor num endereço público. Em vista dessa configuração adicional no dispositivo intermediário do perímetro, é ainda mais importante que esses dispositivos tenham um endereço previsível. </a:t>
            </a:r>
          </a:p>
        </p:txBody>
      </p:sp>
    </p:spTree>
    <p:extLst>
      <p:ext uri="{BB962C8B-B14F-4D97-AF65-F5344CB8AC3E}">
        <p14:creationId xmlns:p14="http://schemas.microsoft.com/office/powerpoint/2010/main" val="20008503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526210" y="723267"/>
            <a:ext cx="11746579" cy="606711"/>
          </a:xfrm>
        </p:spPr>
        <p:txBody>
          <a:bodyPr>
            <a:normAutofit/>
          </a:bodyPr>
          <a:lstStyle/>
          <a:p>
            <a:r>
              <a:rPr lang="pt-BR" dirty="0"/>
              <a:t>Endereços IPv4 – Endereçamento para outros dispositivos</a:t>
            </a:r>
          </a:p>
        </p:txBody>
      </p:sp>
      <p:sp>
        <p:nvSpPr>
          <p:cNvPr id="3" name="Retângulo 2"/>
          <p:cNvSpPr/>
          <p:nvPr/>
        </p:nvSpPr>
        <p:spPr>
          <a:xfrm>
            <a:off x="190959" y="1734451"/>
            <a:ext cx="11810082" cy="5262979"/>
          </a:xfrm>
          <a:prstGeom prst="rect">
            <a:avLst/>
          </a:prstGeom>
        </p:spPr>
        <p:txBody>
          <a:bodyPr wrap="square">
            <a:spAutoFit/>
          </a:bodyPr>
          <a:lstStyle/>
          <a:p>
            <a:r>
              <a:rPr lang="pt-BR" sz="2400" dirty="0"/>
              <a:t>Endereços para Dispositivos Intermediários:</a:t>
            </a:r>
          </a:p>
          <a:p>
            <a:endParaRPr lang="pt-BR" sz="2400" dirty="0"/>
          </a:p>
          <a:p>
            <a:pPr marL="342900" indent="-342900">
              <a:buFont typeface="Arial" panose="020B0604020202020204" pitchFamily="34" charset="0"/>
              <a:buChar char="•"/>
            </a:pPr>
            <a:r>
              <a:rPr lang="pt-BR" sz="2400" dirty="0"/>
              <a:t>Os dispositivos intermediários também são pontos de concentração de tráfego de rede. Quase todo o tráfego dentro ou entre redes passa por alguma forma de dispositivo intermediário. Portanto, esses dispositivos de rede fornecem uma localização oportuna para gerenciamento, monitoramento e segurança de rede. </a:t>
            </a:r>
          </a:p>
          <a:p>
            <a:endParaRPr lang="pt-BR" sz="2400" dirty="0"/>
          </a:p>
          <a:p>
            <a:pPr marL="342900" indent="-342900">
              <a:buFont typeface="Arial" panose="020B0604020202020204" pitchFamily="34" charset="0"/>
              <a:buChar char="•"/>
            </a:pPr>
            <a:r>
              <a:rPr lang="pt-BR" sz="2400" dirty="0"/>
              <a:t>Para a maioria dos dispositivos intermediários são designados endereços da Camada 3. Quer para o gerenciamento do dispositivo, quer para sua operação. Dispositivos como hubs, switches e </a:t>
            </a:r>
            <a:r>
              <a:rPr lang="pt-BR" sz="2400" dirty="0" err="1"/>
              <a:t>access</a:t>
            </a:r>
            <a:r>
              <a:rPr lang="pt-BR" sz="2400" dirty="0"/>
              <a:t> points (pontos de acesso sem fio) não precisam de endereços IPv4 para operar como dispositivos intermediários. Contudo, se precisarmos acessar esses dispositivos como hosts para configurar, monitorar ou resolver problemas de operação de rede, eles precisam ter endereços atribuídos a eles. </a:t>
            </a:r>
          </a:p>
          <a:p>
            <a:endParaRPr lang="pt-BR" sz="2400" dirty="0"/>
          </a:p>
        </p:txBody>
      </p:sp>
    </p:spTree>
    <p:extLst>
      <p:ext uri="{BB962C8B-B14F-4D97-AF65-F5344CB8AC3E}">
        <p14:creationId xmlns:p14="http://schemas.microsoft.com/office/powerpoint/2010/main" val="420064271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577970" y="857733"/>
            <a:ext cx="11694820" cy="606711"/>
          </a:xfrm>
        </p:spPr>
        <p:txBody>
          <a:bodyPr>
            <a:normAutofit/>
          </a:bodyPr>
          <a:lstStyle/>
          <a:p>
            <a:r>
              <a:rPr lang="pt-BR" dirty="0"/>
              <a:t>Endereços IPv4 – Endereçamento para outros dispositivos</a:t>
            </a:r>
          </a:p>
        </p:txBody>
      </p:sp>
      <p:sp>
        <p:nvSpPr>
          <p:cNvPr id="3" name="Retângulo 2"/>
          <p:cNvSpPr/>
          <p:nvPr/>
        </p:nvSpPr>
        <p:spPr>
          <a:xfrm>
            <a:off x="231354" y="2007784"/>
            <a:ext cx="11810082" cy="4462760"/>
          </a:xfrm>
          <a:prstGeom prst="rect">
            <a:avLst/>
          </a:prstGeom>
        </p:spPr>
        <p:txBody>
          <a:bodyPr wrap="square">
            <a:spAutoFit/>
          </a:bodyPr>
          <a:lstStyle/>
          <a:p>
            <a:r>
              <a:rPr lang="pt-BR" sz="2000" dirty="0"/>
              <a:t>Roteadores e Firewalls:</a:t>
            </a:r>
          </a:p>
          <a:p>
            <a:endParaRPr lang="pt-BR" sz="2000" dirty="0"/>
          </a:p>
          <a:p>
            <a:pPr marL="342900" indent="-342900">
              <a:buFont typeface="Arial" panose="020B0604020202020204" pitchFamily="34" charset="0"/>
              <a:buChar char="•"/>
            </a:pPr>
            <a:r>
              <a:rPr lang="pt-BR" sz="2000" dirty="0"/>
              <a:t>Diferentemente dos outros dispositivos intermediários mencionados, os roteadores e firewall têm endereços IPv4 atribuídos a cada interface. Cada interface fica numa rede diferente e serve como gateway para os hosts daquela rede. Em geral, a interface do roteador usa o primeiro ou o último endereço da rede. Essa atribuição deve ser uniforme em todas as redes da corporação para que o pessoal de redes sempre saiba o gateway da rede, não importa em que rede estejam trabalhando. </a:t>
            </a:r>
          </a:p>
          <a:p>
            <a:pPr marL="342900" indent="-342900">
              <a:buFont typeface="Arial" panose="020B0604020202020204" pitchFamily="34" charset="0"/>
              <a:buChar char="•"/>
            </a:pPr>
            <a:r>
              <a:rPr lang="pt-BR" sz="2000" dirty="0"/>
              <a:t>As interfaces de roteador e firewall são pontos de concentração de tráfego que entra e sai da rede. Visto que os hosts de cada rede usam uma interface de dispositivo como roteador ou firewall como gateway de saída da rede, muitos pacotes fluem por essas interfaces. Portanto, esses dispositivos têm um papel importante na segurança da rede, ao filtrar pacotes com base nos endereços IPv4 de origem e/ou destino. Agrupar tipos diferentes de dispositivos em grupos lógicos de endereçamento torna mais eficiente a atribuição e operação dessa filtragem de pacotes.</a:t>
            </a:r>
          </a:p>
          <a:p>
            <a:endParaRPr lang="pt-BR" sz="2400" dirty="0"/>
          </a:p>
        </p:txBody>
      </p:sp>
    </p:spTree>
    <p:extLst>
      <p:ext uri="{BB962C8B-B14F-4D97-AF65-F5344CB8AC3E}">
        <p14:creationId xmlns:p14="http://schemas.microsoft.com/office/powerpoint/2010/main" val="134089180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64234" y="800115"/>
            <a:ext cx="11608556" cy="606711"/>
          </a:xfrm>
        </p:spPr>
        <p:txBody>
          <a:bodyPr>
            <a:normAutofit/>
          </a:bodyPr>
          <a:lstStyle/>
          <a:p>
            <a:r>
              <a:rPr lang="pt-BR" dirty="0"/>
              <a:t>Endereços IPv4 – Endereçamento para outros dispositivos</a:t>
            </a:r>
          </a:p>
        </p:txBody>
      </p:sp>
      <p:pic>
        <p:nvPicPr>
          <p:cNvPr id="4" name="Imagem 3"/>
          <p:cNvPicPr>
            <a:picLocks noChangeAspect="1"/>
          </p:cNvPicPr>
          <p:nvPr/>
        </p:nvPicPr>
        <p:blipFill rotWithShape="1">
          <a:blip r:embed="rId2"/>
          <a:srcRect l="34561" t="19511" r="1427" b="14048"/>
          <a:stretch/>
        </p:blipFill>
        <p:spPr>
          <a:xfrm>
            <a:off x="2445857" y="1846744"/>
            <a:ext cx="7327871" cy="5011255"/>
          </a:xfrm>
          <a:prstGeom prst="rect">
            <a:avLst/>
          </a:prstGeom>
        </p:spPr>
      </p:pic>
    </p:spTree>
    <p:extLst>
      <p:ext uri="{BB962C8B-B14F-4D97-AF65-F5344CB8AC3E}">
        <p14:creationId xmlns:p14="http://schemas.microsoft.com/office/powerpoint/2010/main" val="373363334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750498" y="792223"/>
            <a:ext cx="11522292" cy="606711"/>
          </a:xfrm>
        </p:spPr>
        <p:txBody>
          <a:bodyPr>
            <a:normAutofit/>
          </a:bodyPr>
          <a:lstStyle/>
          <a:p>
            <a:r>
              <a:rPr lang="pt-BR" dirty="0"/>
              <a:t>Endereços IPv4 – Quem designa os endereços</a:t>
            </a:r>
          </a:p>
        </p:txBody>
      </p:sp>
      <p:sp>
        <p:nvSpPr>
          <p:cNvPr id="3" name="Retângulo 2"/>
          <p:cNvSpPr/>
          <p:nvPr/>
        </p:nvSpPr>
        <p:spPr>
          <a:xfrm>
            <a:off x="579221" y="1964353"/>
            <a:ext cx="10653311" cy="4893647"/>
          </a:xfrm>
          <a:prstGeom prst="rect">
            <a:avLst/>
          </a:prstGeom>
        </p:spPr>
        <p:txBody>
          <a:bodyPr wrap="square">
            <a:spAutoFit/>
          </a:bodyPr>
          <a:lstStyle/>
          <a:p>
            <a:pPr marL="285750" indent="-285750">
              <a:buFont typeface="Arial" panose="020B0604020202020204" pitchFamily="34" charset="0"/>
              <a:buChar char="•"/>
            </a:pPr>
            <a:r>
              <a:rPr lang="pt-BR" sz="2400" dirty="0"/>
              <a:t>Uma companhia ou organização que deseja que os hosts de rede sejam acessíveis a partir da Internet deve ter um intervalo de endereços públicos designado. O uso desses endereços públicos é regulado, e a companhia ou organização deve ter um intervalo de endereços alocado para ela. Isso é verdade para endereços IPv4, IPv6 e </a:t>
            </a:r>
            <a:r>
              <a:rPr lang="pt-BR" sz="2400" dirty="0" err="1"/>
              <a:t>multicast</a:t>
            </a:r>
            <a:r>
              <a:rPr lang="pt-BR" sz="2400" dirty="0"/>
              <a:t>. </a:t>
            </a:r>
          </a:p>
          <a:p>
            <a:endParaRPr lang="pt-BR" sz="2400" dirty="0"/>
          </a:p>
          <a:p>
            <a:pPr marL="285750" indent="-285750">
              <a:buFont typeface="Arial" panose="020B0604020202020204" pitchFamily="34" charset="0"/>
              <a:buChar char="•"/>
            </a:pPr>
            <a:r>
              <a:rPr lang="pt-BR" sz="2400" dirty="0"/>
              <a:t>Internet </a:t>
            </a:r>
            <a:r>
              <a:rPr lang="pt-BR" sz="2400" dirty="0" err="1"/>
              <a:t>Assigned</a:t>
            </a:r>
            <a:r>
              <a:rPr lang="pt-BR" sz="2400" dirty="0"/>
              <a:t> </a:t>
            </a:r>
            <a:r>
              <a:rPr lang="pt-BR" sz="2400" dirty="0" err="1"/>
              <a:t>Numbers</a:t>
            </a:r>
            <a:r>
              <a:rPr lang="pt-BR" sz="2400" dirty="0"/>
              <a:t> </a:t>
            </a:r>
            <a:r>
              <a:rPr lang="pt-BR" sz="2400" dirty="0" err="1"/>
              <a:t>Authority</a:t>
            </a:r>
            <a:r>
              <a:rPr lang="pt-BR" sz="2400" dirty="0"/>
              <a:t> (IANA) (http://www.iana.net) é a detentora dos endereços IP. Os endereços </a:t>
            </a:r>
            <a:r>
              <a:rPr lang="pt-BR" sz="2400" dirty="0" err="1"/>
              <a:t>multicast</a:t>
            </a:r>
            <a:r>
              <a:rPr lang="pt-BR" sz="2400" dirty="0"/>
              <a:t> IP e IPv6 são obtidos diretamente da IANA. Até meados dos anos 1990, todo espaço de endereços IPv4 era gerenciado diretamente pela IANA. Naquele tempo, o restante do espaço de endereço IPv4 era alocado a vários outros registros para gerenciamento para fins especiais ou para áreas regionais. Essas companhias de registro são chamadas de Regional Internet Registries (</a:t>
            </a:r>
            <a:r>
              <a:rPr lang="pt-BR" sz="2400" dirty="0" err="1"/>
              <a:t>RIRs</a:t>
            </a:r>
            <a:r>
              <a:rPr lang="pt-BR" sz="2400" dirty="0"/>
              <a:t>)</a:t>
            </a:r>
          </a:p>
        </p:txBody>
      </p:sp>
    </p:spTree>
    <p:extLst>
      <p:ext uri="{BB962C8B-B14F-4D97-AF65-F5344CB8AC3E}">
        <p14:creationId xmlns:p14="http://schemas.microsoft.com/office/powerpoint/2010/main" val="48285304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34900" y="863113"/>
            <a:ext cx="11637889" cy="606711"/>
          </a:xfrm>
        </p:spPr>
        <p:txBody>
          <a:bodyPr>
            <a:normAutofit/>
          </a:bodyPr>
          <a:lstStyle/>
          <a:p>
            <a:r>
              <a:rPr lang="pt-BR" dirty="0"/>
              <a:t>Endereços IPv4 – Quem designa os endereços</a:t>
            </a:r>
          </a:p>
        </p:txBody>
      </p:sp>
      <p:sp>
        <p:nvSpPr>
          <p:cNvPr id="3" name="Retângulo 2"/>
          <p:cNvSpPr/>
          <p:nvPr/>
        </p:nvSpPr>
        <p:spPr>
          <a:xfrm>
            <a:off x="267420" y="1831963"/>
            <a:ext cx="11637888" cy="5078313"/>
          </a:xfrm>
          <a:prstGeom prst="rect">
            <a:avLst/>
          </a:prstGeom>
        </p:spPr>
        <p:txBody>
          <a:bodyPr wrap="square">
            <a:spAutoFit/>
          </a:bodyPr>
          <a:lstStyle/>
          <a:p>
            <a:r>
              <a:rPr lang="pt-BR" sz="2000" dirty="0"/>
              <a:t>As principais companhias de registro são:</a:t>
            </a:r>
          </a:p>
          <a:p>
            <a:endParaRPr lang="pt-BR" sz="2000" dirty="0"/>
          </a:p>
          <a:p>
            <a:pPr marL="285750" indent="-285750">
              <a:buFont typeface="Arial" panose="020B0604020202020204" pitchFamily="34" charset="0"/>
              <a:buChar char="•"/>
            </a:pPr>
            <a:r>
              <a:rPr lang="pt-BR" sz="2000" dirty="0" err="1"/>
              <a:t>AfriNIC</a:t>
            </a:r>
            <a:r>
              <a:rPr lang="pt-BR" sz="2000" dirty="0"/>
              <a:t> (</a:t>
            </a:r>
            <a:r>
              <a:rPr lang="pt-BR" sz="2000" dirty="0" err="1"/>
              <a:t>African</a:t>
            </a:r>
            <a:r>
              <a:rPr lang="pt-BR" sz="2000" dirty="0"/>
              <a:t> Network </a:t>
            </a:r>
            <a:r>
              <a:rPr lang="pt-BR" sz="2000" dirty="0" err="1"/>
              <a:t>Information</a:t>
            </a:r>
            <a:r>
              <a:rPr lang="pt-BR" sz="2000" dirty="0"/>
              <a:t> Centre) - Região da África http://www.afrinic.net</a:t>
            </a:r>
          </a:p>
          <a:p>
            <a:pPr marL="285750" indent="-285750">
              <a:buFont typeface="Arial" panose="020B0604020202020204" pitchFamily="34" charset="0"/>
              <a:buChar char="•"/>
            </a:pPr>
            <a:r>
              <a:rPr lang="pt-BR" sz="2000" dirty="0"/>
              <a:t>APNIC (</a:t>
            </a:r>
            <a:r>
              <a:rPr lang="pt-BR" sz="2000" dirty="0" err="1"/>
              <a:t>Asia</a:t>
            </a:r>
            <a:r>
              <a:rPr lang="pt-BR" sz="2000" dirty="0"/>
              <a:t> Pacific Network </a:t>
            </a:r>
            <a:r>
              <a:rPr lang="pt-BR" sz="2000" dirty="0" err="1"/>
              <a:t>Information</a:t>
            </a:r>
            <a:r>
              <a:rPr lang="pt-BR" sz="2000" dirty="0"/>
              <a:t> Centre) - Região da Ásia/Pacífico http://www.apnic.net</a:t>
            </a:r>
          </a:p>
          <a:p>
            <a:pPr marL="285750" indent="-285750">
              <a:buFont typeface="Arial" panose="020B0604020202020204" pitchFamily="34" charset="0"/>
              <a:buChar char="•"/>
            </a:pPr>
            <a:r>
              <a:rPr lang="pt-BR" sz="2000" dirty="0"/>
              <a:t>ARIN (American Registry for Internet </a:t>
            </a:r>
            <a:r>
              <a:rPr lang="pt-BR" sz="2000" dirty="0" err="1"/>
              <a:t>Numbers</a:t>
            </a:r>
            <a:r>
              <a:rPr lang="pt-BR" sz="2000" dirty="0"/>
              <a:t>) - Região da América do Norte http://www.arin.net</a:t>
            </a:r>
          </a:p>
          <a:p>
            <a:pPr marL="285750" indent="-285750">
              <a:buFont typeface="Arial" panose="020B0604020202020204" pitchFamily="34" charset="0"/>
              <a:buChar char="•"/>
            </a:pPr>
            <a:r>
              <a:rPr lang="pt-BR" sz="2000" dirty="0"/>
              <a:t>LACNIC (Regional </a:t>
            </a:r>
            <a:r>
              <a:rPr lang="pt-BR" sz="2000" dirty="0" err="1"/>
              <a:t>Latin-American</a:t>
            </a:r>
            <a:r>
              <a:rPr lang="pt-BR" sz="2000" dirty="0"/>
              <a:t> </a:t>
            </a:r>
            <a:r>
              <a:rPr lang="pt-BR" sz="2000" dirty="0" err="1"/>
              <a:t>and</a:t>
            </a:r>
            <a:r>
              <a:rPr lang="pt-BR" sz="2000" dirty="0"/>
              <a:t> </a:t>
            </a:r>
            <a:r>
              <a:rPr lang="pt-BR" sz="2000" dirty="0" err="1"/>
              <a:t>Caribbean</a:t>
            </a:r>
            <a:r>
              <a:rPr lang="pt-BR" sz="2000" dirty="0"/>
              <a:t> IP </a:t>
            </a:r>
            <a:r>
              <a:rPr lang="pt-BR" sz="2000" dirty="0" err="1"/>
              <a:t>Address</a:t>
            </a:r>
            <a:r>
              <a:rPr lang="pt-BR" sz="2000" dirty="0"/>
              <a:t> Registry) - América Latina e algumas ilhas do Caribe http://www.lacnic.net</a:t>
            </a:r>
          </a:p>
          <a:p>
            <a:pPr marL="285750" indent="-285750">
              <a:buFont typeface="Arial" panose="020B0604020202020204" pitchFamily="34" charset="0"/>
              <a:buChar char="•"/>
            </a:pPr>
            <a:r>
              <a:rPr lang="pt-BR" sz="2000" dirty="0"/>
              <a:t>RIPE NCC (</a:t>
            </a:r>
            <a:r>
              <a:rPr lang="pt-BR" sz="2000" dirty="0" err="1"/>
              <a:t>Reseaux</a:t>
            </a:r>
            <a:r>
              <a:rPr lang="pt-BR" sz="2000" dirty="0"/>
              <a:t> IP </a:t>
            </a:r>
            <a:r>
              <a:rPr lang="pt-BR" sz="2000" dirty="0" err="1"/>
              <a:t>Europeans</a:t>
            </a:r>
            <a:r>
              <a:rPr lang="pt-BR" sz="2000" dirty="0"/>
              <a:t>) - Europa, Oriente Médio e Ásia Central http://www.ripe.net</a:t>
            </a:r>
          </a:p>
          <a:p>
            <a:pPr marL="285750" indent="-285750">
              <a:buFont typeface="Arial" panose="020B0604020202020204" pitchFamily="34" charset="0"/>
              <a:buChar char="•"/>
            </a:pPr>
            <a:endParaRPr lang="pt-BR" sz="2000" dirty="0"/>
          </a:p>
          <a:p>
            <a:r>
              <a:rPr lang="pt-BR" sz="2000" dirty="0"/>
              <a:t>Links:</a:t>
            </a:r>
          </a:p>
          <a:p>
            <a:r>
              <a:rPr lang="pt-BR" sz="2000" dirty="0"/>
              <a:t>Alocações de registros de endereço IPv4:</a:t>
            </a:r>
          </a:p>
          <a:p>
            <a:endParaRPr lang="pt-BR" sz="2000" dirty="0"/>
          </a:p>
          <a:p>
            <a:pPr marL="342900" indent="-342900">
              <a:buFont typeface="Arial" panose="020B0604020202020204" pitchFamily="34" charset="0"/>
              <a:buChar char="•"/>
            </a:pPr>
            <a:r>
              <a:rPr lang="pt-BR" sz="2000" dirty="0"/>
              <a:t>http://www.ietf.org/rfc/rfc1466.txt?number=1466 </a:t>
            </a:r>
          </a:p>
          <a:p>
            <a:pPr marL="342900" indent="-342900">
              <a:buFont typeface="Arial" panose="020B0604020202020204" pitchFamily="34" charset="0"/>
              <a:buChar char="•"/>
            </a:pPr>
            <a:r>
              <a:rPr lang="pt-BR" sz="2000" dirty="0"/>
              <a:t>http://www.ietf.org/rfc/rfc2050.txt?number=2050 </a:t>
            </a:r>
          </a:p>
          <a:p>
            <a:pPr marL="342900" indent="-342900">
              <a:buFont typeface="Arial" panose="020B0604020202020204" pitchFamily="34" charset="0"/>
              <a:buChar char="•"/>
            </a:pPr>
            <a:r>
              <a:rPr lang="pt-BR" sz="2000" dirty="0"/>
              <a:t>Alocação de Endereços IPV4: http://www.iana.org/ipaddress/ip-addresses.htm </a:t>
            </a:r>
          </a:p>
          <a:p>
            <a:pPr marL="342900" indent="-342900">
              <a:buFont typeface="Arial" panose="020B0604020202020204" pitchFamily="34" charset="0"/>
              <a:buChar char="•"/>
            </a:pPr>
            <a:r>
              <a:rPr lang="pt-BR" sz="2000" dirty="0"/>
              <a:t>Procura por Endereçamento IP: http://www.arin.net/whois</a:t>
            </a:r>
            <a:r>
              <a:rPr lang="pt-BR" sz="2400" dirty="0"/>
              <a:t>/ </a:t>
            </a:r>
          </a:p>
        </p:txBody>
      </p:sp>
    </p:spTree>
    <p:extLst>
      <p:ext uri="{BB962C8B-B14F-4D97-AF65-F5344CB8AC3E}">
        <p14:creationId xmlns:p14="http://schemas.microsoft.com/office/powerpoint/2010/main" val="120257448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06581" y="773519"/>
            <a:ext cx="11666207" cy="606711"/>
          </a:xfrm>
        </p:spPr>
        <p:txBody>
          <a:bodyPr>
            <a:normAutofit/>
          </a:bodyPr>
          <a:lstStyle/>
          <a:p>
            <a:r>
              <a:rPr lang="pt-BR" dirty="0"/>
              <a:t>Endereços IPv4 – Quem designa os endereços</a:t>
            </a:r>
          </a:p>
        </p:txBody>
      </p:sp>
      <p:pic>
        <p:nvPicPr>
          <p:cNvPr id="4" name="Imagem 3"/>
          <p:cNvPicPr>
            <a:picLocks noChangeAspect="1"/>
          </p:cNvPicPr>
          <p:nvPr/>
        </p:nvPicPr>
        <p:blipFill>
          <a:blip r:embed="rId2"/>
          <a:stretch>
            <a:fillRect/>
          </a:stretch>
        </p:blipFill>
        <p:spPr>
          <a:xfrm>
            <a:off x="710885" y="2417585"/>
            <a:ext cx="10851019" cy="3666896"/>
          </a:xfrm>
          <a:prstGeom prst="rect">
            <a:avLst/>
          </a:prstGeom>
        </p:spPr>
      </p:pic>
    </p:spTree>
    <p:extLst>
      <p:ext uri="{BB962C8B-B14F-4D97-AF65-F5344CB8AC3E}">
        <p14:creationId xmlns:p14="http://schemas.microsoft.com/office/powerpoint/2010/main" val="188422911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06581" y="792223"/>
            <a:ext cx="11625813" cy="606711"/>
          </a:xfrm>
        </p:spPr>
        <p:txBody>
          <a:bodyPr>
            <a:normAutofit/>
          </a:bodyPr>
          <a:lstStyle/>
          <a:p>
            <a:r>
              <a:rPr lang="pt-BR" dirty="0"/>
              <a:t>Endereços IPv4 – Provedores de Internet</a:t>
            </a:r>
          </a:p>
        </p:txBody>
      </p:sp>
      <p:sp>
        <p:nvSpPr>
          <p:cNvPr id="3" name="Retângulo 2"/>
          <p:cNvSpPr/>
          <p:nvPr/>
        </p:nvSpPr>
        <p:spPr>
          <a:xfrm>
            <a:off x="339687" y="2059047"/>
            <a:ext cx="11512626" cy="4524315"/>
          </a:xfrm>
          <a:prstGeom prst="rect">
            <a:avLst/>
          </a:prstGeom>
        </p:spPr>
        <p:txBody>
          <a:bodyPr wrap="square">
            <a:spAutoFit/>
          </a:bodyPr>
          <a:lstStyle/>
          <a:p>
            <a:r>
              <a:rPr lang="pt-BR" sz="2400" dirty="0"/>
              <a:t>O Papel dos Provedores de Internet (</a:t>
            </a:r>
            <a:r>
              <a:rPr lang="pt-BR" sz="2400" dirty="0" err="1"/>
              <a:t>ISPs</a:t>
            </a:r>
            <a:r>
              <a:rPr lang="pt-BR" sz="2400" dirty="0"/>
              <a:t>):</a:t>
            </a:r>
          </a:p>
          <a:p>
            <a:endParaRPr lang="pt-BR" sz="2400" dirty="0"/>
          </a:p>
          <a:p>
            <a:pPr marL="285750" indent="-285750">
              <a:buFont typeface="Arial" panose="020B0604020202020204" pitchFamily="34" charset="0"/>
              <a:buChar char="•"/>
            </a:pPr>
            <a:r>
              <a:rPr lang="pt-BR" sz="2400" dirty="0"/>
              <a:t>A maioria das companhias ou organizações obtém seus intervalos de endereços IPv4 de um ISP. Um ISP em geral fornece um pequeno número de endereços IPv4 válidos (6 ou 14) aos seus clientes como parte dos seus serviços. Podem-se obter intervalos maiores de endereços com base na justificativa de necessidade e por custos de serviço adicionais. </a:t>
            </a:r>
          </a:p>
          <a:p>
            <a:endParaRPr lang="pt-BR" sz="2400" dirty="0"/>
          </a:p>
          <a:p>
            <a:pPr marL="285750" indent="-285750">
              <a:buFont typeface="Arial" panose="020B0604020202020204" pitchFamily="34" charset="0"/>
              <a:buChar char="•"/>
            </a:pPr>
            <a:r>
              <a:rPr lang="pt-BR" sz="2400" dirty="0"/>
              <a:t>Em certo sentido, o ISP empresta ou aluga esses endereços para a organização. Se decidirmos mover nossa conectividade de Internet para outro ISP, o novo ISP nos fornecerá endereços dos intervalos de endereços que lhe foram fornecidos, e nosso ISP anterior retorna os intervalos que nos emprestou à sua alocação para serem emprestados a outro cliente. </a:t>
            </a:r>
          </a:p>
        </p:txBody>
      </p:sp>
    </p:spTree>
    <p:extLst>
      <p:ext uri="{BB962C8B-B14F-4D97-AF65-F5344CB8AC3E}">
        <p14:creationId xmlns:p14="http://schemas.microsoft.com/office/powerpoint/2010/main" val="10827973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0" y="274638"/>
            <a:ext cx="12272790" cy="606711"/>
          </a:xfrm>
        </p:spPr>
        <p:txBody>
          <a:bodyPr>
            <a:normAutofit/>
          </a:bodyPr>
          <a:lstStyle/>
          <a:p>
            <a:r>
              <a:rPr lang="pt-BR" dirty="0"/>
              <a:t>Endereços IPv4 – Provedores de Internet</a:t>
            </a:r>
          </a:p>
        </p:txBody>
      </p:sp>
      <p:sp>
        <p:nvSpPr>
          <p:cNvPr id="3" name="Retângulo 2"/>
          <p:cNvSpPr/>
          <p:nvPr/>
        </p:nvSpPr>
        <p:spPr>
          <a:xfrm>
            <a:off x="220338" y="1093384"/>
            <a:ext cx="11512626" cy="5262979"/>
          </a:xfrm>
          <a:prstGeom prst="rect">
            <a:avLst/>
          </a:prstGeom>
        </p:spPr>
        <p:txBody>
          <a:bodyPr wrap="square">
            <a:spAutoFit/>
          </a:bodyPr>
          <a:lstStyle/>
          <a:p>
            <a:r>
              <a:rPr lang="pt-BR" sz="2400" dirty="0"/>
              <a:t>Serviços de ISP:</a:t>
            </a:r>
          </a:p>
          <a:p>
            <a:endParaRPr lang="pt-BR" sz="2400" dirty="0"/>
          </a:p>
          <a:p>
            <a:pPr marL="342900" indent="-342900">
              <a:buFont typeface="Arial" panose="020B0604020202020204" pitchFamily="34" charset="0"/>
              <a:buChar char="•"/>
            </a:pPr>
            <a:r>
              <a:rPr lang="pt-BR" sz="2400" dirty="0"/>
              <a:t>Para obter acesso aos serviços de Internet, temos que conectar a nossa rede de dados à Internet usando um Provedor de Internet (ISP). </a:t>
            </a:r>
          </a:p>
          <a:p>
            <a:endParaRPr lang="pt-BR" sz="2400" dirty="0"/>
          </a:p>
          <a:p>
            <a:pPr marL="342900" indent="-342900">
              <a:buFont typeface="Arial" panose="020B0604020202020204" pitchFamily="34" charset="0"/>
              <a:buChar char="•"/>
            </a:pPr>
            <a:r>
              <a:rPr lang="pt-BR" sz="2400" dirty="0"/>
              <a:t>Os </a:t>
            </a:r>
            <a:r>
              <a:rPr lang="pt-BR" sz="2400" dirty="0" err="1"/>
              <a:t>ISPs</a:t>
            </a:r>
            <a:r>
              <a:rPr lang="pt-BR" sz="2400" dirty="0"/>
              <a:t> têm seu próprio conjunto de redes de dados internas para gerenciar a conectividade com a Internet e fornecer serviços relacionados. Entre outros serviços que um ISP em geral fornece aos seus clientes estão serviços DNS, de e-mail e site. Dependendo do nível de serviço exigido e disponível, os clientes usam níveis diferentes de ISP.</a:t>
            </a:r>
          </a:p>
          <a:p>
            <a:endParaRPr lang="pt-BR" sz="2400" dirty="0"/>
          </a:p>
          <a:p>
            <a:pPr marL="342900" indent="-342900">
              <a:buFont typeface="Arial" panose="020B0604020202020204" pitchFamily="34" charset="0"/>
              <a:buChar char="•"/>
            </a:pPr>
            <a:r>
              <a:rPr lang="pt-BR" sz="2400" dirty="0"/>
              <a:t>Níveis de ISP: Os </a:t>
            </a:r>
            <a:r>
              <a:rPr lang="pt-BR" sz="2400" dirty="0" err="1"/>
              <a:t>ISPs</a:t>
            </a:r>
            <a:r>
              <a:rPr lang="pt-BR" sz="2400" dirty="0"/>
              <a:t> são designados por uma hierarquia com base no seu nível de conectividade com o </a:t>
            </a:r>
            <a:r>
              <a:rPr lang="pt-BR" sz="2400" dirty="0" err="1"/>
              <a:t>backbone</a:t>
            </a:r>
            <a:r>
              <a:rPr lang="pt-BR" sz="2400" dirty="0"/>
              <a:t> de Internet. Cada nível mais baixo obtém conectividade ao </a:t>
            </a:r>
            <a:r>
              <a:rPr lang="pt-BR" sz="2400" dirty="0" err="1"/>
              <a:t>backbone</a:t>
            </a:r>
            <a:r>
              <a:rPr lang="pt-BR" sz="2400" dirty="0"/>
              <a:t> por conexão a um ISP de nível mais alto. </a:t>
            </a:r>
          </a:p>
        </p:txBody>
      </p:sp>
    </p:spTree>
    <p:extLst>
      <p:ext uri="{BB962C8B-B14F-4D97-AF65-F5344CB8AC3E}">
        <p14:creationId xmlns:p14="http://schemas.microsoft.com/office/powerpoint/2010/main" val="404214649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719769" y="727311"/>
            <a:ext cx="11512626" cy="606711"/>
          </a:xfrm>
        </p:spPr>
        <p:txBody>
          <a:bodyPr>
            <a:normAutofit/>
          </a:bodyPr>
          <a:lstStyle/>
          <a:p>
            <a:r>
              <a:rPr lang="pt-BR" dirty="0"/>
              <a:t>Endereços IPv4 – Provedores de Internet</a:t>
            </a:r>
          </a:p>
        </p:txBody>
      </p:sp>
      <p:sp>
        <p:nvSpPr>
          <p:cNvPr id="3" name="Retângulo 2"/>
          <p:cNvSpPr/>
          <p:nvPr/>
        </p:nvSpPr>
        <p:spPr>
          <a:xfrm>
            <a:off x="252353" y="1964353"/>
            <a:ext cx="11512626" cy="4893647"/>
          </a:xfrm>
          <a:prstGeom prst="rect">
            <a:avLst/>
          </a:prstGeom>
        </p:spPr>
        <p:txBody>
          <a:bodyPr wrap="square">
            <a:spAutoFit/>
          </a:bodyPr>
          <a:lstStyle/>
          <a:p>
            <a:r>
              <a:rPr lang="pt-BR" sz="2400" dirty="0"/>
              <a:t>Nível 1:</a:t>
            </a:r>
          </a:p>
          <a:p>
            <a:endParaRPr lang="pt-BR" sz="2400" dirty="0"/>
          </a:p>
          <a:p>
            <a:pPr marL="342900" indent="-342900">
              <a:buFont typeface="Arial" panose="020B0604020202020204" pitchFamily="34" charset="0"/>
              <a:buChar char="•"/>
            </a:pPr>
            <a:r>
              <a:rPr lang="pt-BR" sz="2400" dirty="0"/>
              <a:t>No topo da hierarquia de </a:t>
            </a:r>
            <a:r>
              <a:rPr lang="pt-BR" sz="2400" dirty="0" err="1"/>
              <a:t>ISPs</a:t>
            </a:r>
            <a:r>
              <a:rPr lang="pt-BR" sz="2400" dirty="0"/>
              <a:t> estão os </a:t>
            </a:r>
            <a:r>
              <a:rPr lang="pt-BR" sz="2400" dirty="0" err="1"/>
              <a:t>ISPs</a:t>
            </a:r>
            <a:r>
              <a:rPr lang="pt-BR" sz="2400" dirty="0"/>
              <a:t> Nível 1. Esses </a:t>
            </a:r>
            <a:r>
              <a:rPr lang="pt-BR" sz="2400" dirty="0" err="1"/>
              <a:t>ISPs</a:t>
            </a:r>
            <a:r>
              <a:rPr lang="pt-BR" sz="2400" dirty="0"/>
              <a:t> são grandes </a:t>
            </a:r>
            <a:r>
              <a:rPr lang="pt-BR" sz="2400" dirty="0" err="1"/>
              <a:t>ISPs</a:t>
            </a:r>
            <a:r>
              <a:rPr lang="pt-BR" sz="2400" dirty="0"/>
              <a:t> nacionais ou internacionais que se conectam diretamente ao </a:t>
            </a:r>
            <a:r>
              <a:rPr lang="pt-BR" sz="2400" dirty="0" err="1"/>
              <a:t>backbone</a:t>
            </a:r>
            <a:r>
              <a:rPr lang="pt-BR" sz="2400" dirty="0"/>
              <a:t> da Internet. Os clientes de </a:t>
            </a:r>
            <a:r>
              <a:rPr lang="pt-BR" sz="2400" dirty="0" err="1"/>
              <a:t>ISPs</a:t>
            </a:r>
            <a:r>
              <a:rPr lang="pt-BR" sz="2400" dirty="0"/>
              <a:t> Nível 1 são </a:t>
            </a:r>
            <a:r>
              <a:rPr lang="pt-BR" sz="2400" dirty="0" err="1"/>
              <a:t>ISPs</a:t>
            </a:r>
            <a:r>
              <a:rPr lang="pt-BR" sz="2400" dirty="0"/>
              <a:t> de nível inferior ou grandes companhias e organizações. Visto que estão no topo da conectividade com a Internet, eles apresentam conexões e serviços altamente confiáveis. Entre as tecnologias usadas para suportar essa confiabilidade estão conexões múltiplas ao </a:t>
            </a:r>
            <a:r>
              <a:rPr lang="pt-BR" sz="2400" dirty="0" err="1"/>
              <a:t>backbone</a:t>
            </a:r>
            <a:r>
              <a:rPr lang="pt-BR" sz="2400" dirty="0"/>
              <a:t> da Internet.</a:t>
            </a:r>
          </a:p>
          <a:p>
            <a:endParaRPr lang="pt-BR" sz="2400" dirty="0"/>
          </a:p>
          <a:p>
            <a:pPr marL="342900" indent="-342900">
              <a:buFont typeface="Arial" panose="020B0604020202020204" pitchFamily="34" charset="0"/>
              <a:buChar char="•"/>
            </a:pPr>
            <a:r>
              <a:rPr lang="pt-BR" sz="2400" dirty="0"/>
              <a:t>As vantagens primárias para clientes de </a:t>
            </a:r>
            <a:r>
              <a:rPr lang="pt-BR" sz="2400" dirty="0" err="1"/>
              <a:t>ISPs</a:t>
            </a:r>
            <a:r>
              <a:rPr lang="pt-BR" sz="2400" dirty="0"/>
              <a:t> Nível 1 são a confiabilidade e a velocidade. Visto que esses clientes estão a apenas uma conexão de distância da Internet, há menos possibilidades de falhas ou congestionamento no tráfego. A desvantagem para os clientes de ISP Nível 1 é o alto custo. </a:t>
            </a:r>
          </a:p>
        </p:txBody>
      </p:sp>
    </p:spTree>
    <p:extLst>
      <p:ext uri="{BB962C8B-B14F-4D97-AF65-F5344CB8AC3E}">
        <p14:creationId xmlns:p14="http://schemas.microsoft.com/office/powerpoint/2010/main" val="107813315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814812" y="826729"/>
            <a:ext cx="11457978" cy="606711"/>
          </a:xfrm>
        </p:spPr>
        <p:txBody>
          <a:bodyPr>
            <a:normAutofit/>
          </a:bodyPr>
          <a:lstStyle/>
          <a:p>
            <a:r>
              <a:rPr lang="pt-BR" dirty="0"/>
              <a:t>Endereços IPv4 – Máscaras de </a:t>
            </a:r>
            <a:r>
              <a:rPr lang="pt-BR" dirty="0" err="1"/>
              <a:t>Sub-rede</a:t>
            </a:r>
            <a:endParaRPr lang="pt-BR" dirty="0"/>
          </a:p>
        </p:txBody>
      </p:sp>
      <p:sp>
        <p:nvSpPr>
          <p:cNvPr id="3" name="CaixaDeTexto 2"/>
          <p:cNvSpPr txBox="1"/>
          <p:nvPr/>
        </p:nvSpPr>
        <p:spPr>
          <a:xfrm>
            <a:off x="1242423" y="2137893"/>
            <a:ext cx="9787944" cy="2215991"/>
          </a:xfrm>
          <a:prstGeom prst="rect">
            <a:avLst/>
          </a:prstGeom>
          <a:noFill/>
        </p:spPr>
        <p:txBody>
          <a:bodyPr wrap="square" rtlCol="0">
            <a:spAutoFit/>
          </a:bodyPr>
          <a:lstStyle/>
          <a:p>
            <a:r>
              <a:rPr lang="pt-BR" sz="13800" dirty="0"/>
              <a:t>A continuar...</a:t>
            </a:r>
          </a:p>
        </p:txBody>
      </p:sp>
    </p:spTree>
    <p:extLst>
      <p:ext uri="{BB962C8B-B14F-4D97-AF65-F5344CB8AC3E}">
        <p14:creationId xmlns:p14="http://schemas.microsoft.com/office/powerpoint/2010/main" val="1511581838"/>
      </p:ext>
    </p:extLst>
  </p:cSld>
  <p:clrMapOvr>
    <a:masterClrMapping/>
  </p:clrMapOvr>
</p:sld>
</file>

<file path=ppt/theme/theme1.xml><?xml version="1.0" encoding="utf-8"?>
<a:theme xmlns:a="http://schemas.openxmlformats.org/drawingml/2006/main" name="TemaMalga">
  <a:themeElements>
    <a:clrScheme name="Dividendo">
      <a:dk1>
        <a:sysClr val="windowText" lastClr="000000"/>
      </a:dk1>
      <a:lt1>
        <a:sysClr val="window" lastClr="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Dividendo">
      <a:maj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o">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TemaMalga" id="{95E98121-4E82-471E-B897-6A71D50EE71E}" vid="{C29841FF-1039-4CB4-BEAC-E8959C22692E}"/>
    </a:ext>
  </a:extLst>
</a:theme>
</file>

<file path=docProps/app.xml><?xml version="1.0" encoding="utf-8"?>
<Properties xmlns="http://schemas.openxmlformats.org/officeDocument/2006/extended-properties" xmlns:vt="http://schemas.openxmlformats.org/officeDocument/2006/docPropsVTypes">
  <Template>TemaMalga</Template>
  <TotalTime>954</TotalTime>
  <Words>4835</Words>
  <Application>Microsoft Office PowerPoint</Application>
  <PresentationFormat>Widescreen</PresentationFormat>
  <Paragraphs>256</Paragraphs>
  <Slides>60</Slides>
  <Notes>0</Notes>
  <HiddenSlides>0</HiddenSlides>
  <MMClips>0</MMClips>
  <ScaleCrop>false</ScaleCrop>
  <HeadingPairs>
    <vt:vector size="6" baseType="variant">
      <vt:variant>
        <vt:lpstr>Fontes usadas</vt:lpstr>
      </vt:variant>
      <vt:variant>
        <vt:i4>3</vt:i4>
      </vt:variant>
      <vt:variant>
        <vt:lpstr>Tema</vt:lpstr>
      </vt:variant>
      <vt:variant>
        <vt:i4>1</vt:i4>
      </vt:variant>
      <vt:variant>
        <vt:lpstr>Títulos de slides</vt:lpstr>
      </vt:variant>
      <vt:variant>
        <vt:i4>60</vt:i4>
      </vt:variant>
    </vt:vector>
  </HeadingPairs>
  <TitlesOfParts>
    <vt:vector size="64" baseType="lpstr">
      <vt:lpstr>Arial</vt:lpstr>
      <vt:lpstr>Gill Sans MT</vt:lpstr>
      <vt:lpstr>Wingdings 2</vt:lpstr>
      <vt:lpstr>TemaMalga</vt:lpstr>
      <vt:lpstr>Disciplina de Sistemas e Redes de ComUNICAÇÃo</vt:lpstr>
      <vt:lpstr>Endereços IPv4 - Anatomia</vt:lpstr>
      <vt:lpstr>Endereços IPv4 - Anatomia</vt:lpstr>
      <vt:lpstr>Endereços IPv4 - Decimal com Pontos</vt:lpstr>
      <vt:lpstr>Endereços IPv4 - Porção de Rede e Host</vt:lpstr>
      <vt:lpstr>Endereços IPv4 - Porção de Rede e Host</vt:lpstr>
      <vt:lpstr>Endereços IPv4 - Porção de Rede e Host</vt:lpstr>
      <vt:lpstr>Endereços IPv4 - converter um endereço binário para um endereço decimal. </vt:lpstr>
      <vt:lpstr>Endereços IPv4 - tipos de endereço</vt:lpstr>
      <vt:lpstr>Endereços IPv4 - tipos de endereço</vt:lpstr>
      <vt:lpstr>Endereços IPv4 - tipos de endereço</vt:lpstr>
      <vt:lpstr>Endereços IPv4 - tipos de endereço</vt:lpstr>
      <vt:lpstr>Endereços IPv4 - Prefixos de Rede</vt:lpstr>
      <vt:lpstr>Endereços IPv4 - Prefixos de Rede</vt:lpstr>
      <vt:lpstr>Endereços IPv4 - Prefixos de Rede</vt:lpstr>
      <vt:lpstr>Endereços IPv4 - Prefixos de Rede</vt:lpstr>
      <vt:lpstr>Endereços IPv4 – Cálculos de Endereço de Host, Rede e Broadcast</vt:lpstr>
      <vt:lpstr>Endereços IPv4 – Cálculos de Endereço de Host, Rede e Broadcast</vt:lpstr>
      <vt:lpstr>Endereços IPv4 – Cálculos de Endereço de Host, Rede e Broadcast</vt:lpstr>
      <vt:lpstr>Endereços IPv4 – Histórico de Endereçamento</vt:lpstr>
      <vt:lpstr>Endereços IPv4 – Histórico de Endereçamento</vt:lpstr>
      <vt:lpstr>Endereços IPv4 – Histórico de Endereçamento</vt:lpstr>
      <vt:lpstr>Endereços IPv4 – Histórico de Endereçamento</vt:lpstr>
      <vt:lpstr>Endereços IPv4 – Histórico de Endereçamento</vt:lpstr>
      <vt:lpstr>Endereços IPv4 – Histórico de Endereçamento</vt:lpstr>
      <vt:lpstr>Endereços IPv4 – Histórico de Endereçamento</vt:lpstr>
      <vt:lpstr>Endereços IPv4 – Planejamento de endereço de Rede</vt:lpstr>
      <vt:lpstr>Endereços IPv4 – Planejamento de endereço de Rede</vt:lpstr>
      <vt:lpstr>Endereços IPv4 – Planejamento de endereço de Rede</vt:lpstr>
      <vt:lpstr>Endereços IPv4 – Planejamento de endereço de Rede</vt:lpstr>
      <vt:lpstr>Endereços IPv4 – Planejamento de endereço de Rede</vt:lpstr>
      <vt:lpstr>Endereços IPv4 – Planejamento de endereço de Rede</vt:lpstr>
      <vt:lpstr>Endereços IPv4 – Planejamento de endereço de Rede</vt:lpstr>
      <vt:lpstr>Endereços IPv4 – Planejamento de endereço de Rede</vt:lpstr>
      <vt:lpstr>Endereços IPv4 – Planejamento de endereço de Rede</vt:lpstr>
      <vt:lpstr>Endereços IPv4 – Planejamento de endereço de Rede</vt:lpstr>
      <vt:lpstr>Endereços IPv4 – Planejamento de endereço de Rede</vt:lpstr>
      <vt:lpstr>Endereços IPv4 – Planejamento de endereço de Rede</vt:lpstr>
      <vt:lpstr>Endereços IPv4 – Planejamento de endereço de Rede</vt:lpstr>
      <vt:lpstr>Endereços IPv4 – Planejamento de endereço de Rede</vt:lpstr>
      <vt:lpstr>Endereços IPv4 – Endereçamento Estático ou Dinâmico para dispositivos finais</vt:lpstr>
      <vt:lpstr>Endereços IPv4 – Endereçamento Estático ou Dinâmico para dispositivos finais</vt:lpstr>
      <vt:lpstr>Endereços IPv4 – Endereçamento Estático ou Dinâmico para dispositivos finais</vt:lpstr>
      <vt:lpstr>Endereços IPv4 – Endereçamento Estático ou Dinâmico para dispositivos finais</vt:lpstr>
      <vt:lpstr>Endereços IPv4 – Endereçamento Estático ou Dinâmico para dispositivos finais</vt:lpstr>
      <vt:lpstr>Endereços IPv4 – Endereçamento Estático ou Dinâmico para dispositivos finais</vt:lpstr>
      <vt:lpstr>Endereços IPv4 – Endereçamento Estático ou Dinâmico para dispositivos finais</vt:lpstr>
      <vt:lpstr>Endereços IPv4 – Endereçamento Estático ou Dinâmico para dispositivos finais</vt:lpstr>
      <vt:lpstr>Endereços IPv4 – Endereçamento para outros dispositivos</vt:lpstr>
      <vt:lpstr>Endereços IPv4 – Endereçamento para outros dispositivos</vt:lpstr>
      <vt:lpstr>Endereços IPv4 – Endereçamento para outros dispositivos</vt:lpstr>
      <vt:lpstr>Endereços IPv4 – Endereçamento para outros dispositivos</vt:lpstr>
      <vt:lpstr>Endereços IPv4 – Endereçamento para outros dispositivos</vt:lpstr>
      <vt:lpstr>Endereços IPv4 – Quem designa os endereços</vt:lpstr>
      <vt:lpstr>Endereços IPv4 – Quem designa os endereços</vt:lpstr>
      <vt:lpstr>Endereços IPv4 – Quem designa os endereços</vt:lpstr>
      <vt:lpstr>Endereços IPv4 – Provedores de Internet</vt:lpstr>
      <vt:lpstr>Endereços IPv4 – Provedores de Internet</vt:lpstr>
      <vt:lpstr>Endereços IPv4 – Provedores de Internet</vt:lpstr>
      <vt:lpstr>Endereços IPv4 – Máscaras de Sub-rede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Redes de Computadores</dc:title>
  <dc:creator>Prof. Luciano Xiscatti</dc:creator>
  <cp:lastModifiedBy>Luciano Xiscatti</cp:lastModifiedBy>
  <cp:revision>33</cp:revision>
  <dcterms:created xsi:type="dcterms:W3CDTF">2015-08-30T13:27:03Z</dcterms:created>
  <dcterms:modified xsi:type="dcterms:W3CDTF">2026-04-07T21:02:37Z</dcterms:modified>
</cp:coreProperties>
</file>